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147348548" r:id="rId5"/>
    <p:sldId id="2147348549" r:id="rId6"/>
    <p:sldId id="2147348568" r:id="rId7"/>
    <p:sldId id="2147348569" r:id="rId8"/>
    <p:sldId id="2147348570" r:id="rId9"/>
    <p:sldId id="2147348567" r:id="rId10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keshi Fukuhara" initials="TF" lastIdx="6" clrIdx="0">
    <p:extLst>
      <p:ext uri="{19B8F6BF-5375-455C-9EA6-DF929625EA0E}">
        <p15:presenceInfo xmlns:p15="http://schemas.microsoft.com/office/powerpoint/2012/main" userId="S::BT029231@jp.ibm.com::8358c551-5114-4381-bfbf-922d145452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0CE"/>
    <a:srgbClr val="FFCCFF"/>
    <a:srgbClr val="FFFFCC"/>
    <a:srgbClr val="000000"/>
    <a:srgbClr val="CCECFF"/>
    <a:srgbClr val="0062C2"/>
    <a:srgbClr val="262626"/>
    <a:srgbClr val="FF9900"/>
    <a:srgbClr val="9BC2E6"/>
    <a:srgbClr val="CBD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A8428-2C92-4841-87F7-296A6B979F55}" v="850" dt="2026-06-23T08:39:4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OTO NAKAHARA" userId="906944fe-f69c-41e4-afc8-f55319352636" providerId="ADAL" clId="{56C8CE3C-589D-4545-8978-0F11FA3AE3A6}"/>
    <pc:docChg chg="undo custSel addSld delSld modSld sldOrd delSection modSection">
      <pc:chgData name="MAKOTO NAKAHARA" userId="906944fe-f69c-41e4-afc8-f55319352636" providerId="ADAL" clId="{56C8CE3C-589D-4545-8978-0F11FA3AE3A6}" dt="2026-06-23T08:53:42.309" v="17553" actId="47"/>
      <pc:docMkLst>
        <pc:docMk/>
      </pc:docMkLst>
      <pc:sldChg chg="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615741897" sldId="2147348491"/>
        </pc:sldMkLst>
      </pc:sldChg>
      <pc:sldChg chg="addSp delSp modSp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2190222171" sldId="2147348537"/>
        </pc:sldMkLst>
      </pc:sldChg>
      <pc:sldChg chg="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1356021990" sldId="2147348547"/>
        </pc:sldMkLst>
      </pc:sldChg>
      <pc:sldChg chg="addSp delSp modSp mod">
        <pc:chgData name="MAKOTO NAKAHARA" userId="906944fe-f69c-41e4-afc8-f55319352636" providerId="ADAL" clId="{56C8CE3C-589D-4545-8978-0F11FA3AE3A6}" dt="2026-06-18T08:57:33.785" v="14828"/>
        <pc:sldMkLst>
          <pc:docMk/>
          <pc:sldMk cId="215824944" sldId="2147348548"/>
        </pc:sldMkLst>
        <pc:spChg chg="mod">
          <ac:chgData name="MAKOTO NAKAHARA" userId="906944fe-f69c-41e4-afc8-f55319352636" providerId="ADAL" clId="{56C8CE3C-589D-4545-8978-0F11FA3AE3A6}" dt="2026-06-18T08:27:46.069" v="14066"/>
          <ac:spMkLst>
            <pc:docMk/>
            <pc:sldMk cId="215824944" sldId="2147348548"/>
            <ac:spMk id="2" creationId="{D0753565-D4DF-4D05-9CB5-779CB0996AE0}"/>
          </ac:spMkLst>
        </pc:spChg>
        <pc:spChg chg="mod">
          <ac:chgData name="MAKOTO NAKAHARA" userId="906944fe-f69c-41e4-afc8-f55319352636" providerId="ADAL" clId="{56C8CE3C-589D-4545-8978-0F11FA3AE3A6}" dt="2026-06-18T08:57:33.785" v="14828"/>
          <ac:spMkLst>
            <pc:docMk/>
            <pc:sldMk cId="215824944" sldId="2147348548"/>
            <ac:spMk id="3" creationId="{CBD19531-8DD3-2904-8CE0-BF15AE0788F8}"/>
          </ac:spMkLst>
        </pc:spChg>
      </pc:sldChg>
      <pc:sldChg chg="addSp delSp modSp mod">
        <pc:chgData name="MAKOTO NAKAHARA" userId="906944fe-f69c-41e4-afc8-f55319352636" providerId="ADAL" clId="{56C8CE3C-589D-4545-8978-0F11FA3AE3A6}" dt="2026-06-18T08:59:08.689" v="14990" actId="6549"/>
        <pc:sldMkLst>
          <pc:docMk/>
          <pc:sldMk cId="2991155334" sldId="2147348549"/>
        </pc:sldMkLst>
        <pc:spChg chg="mod">
          <ac:chgData name="MAKOTO NAKAHARA" userId="906944fe-f69c-41e4-afc8-f55319352636" providerId="ADAL" clId="{56C8CE3C-589D-4545-8978-0F11FA3AE3A6}" dt="2026-06-18T07:39:28.870" v="11836" actId="6549"/>
          <ac:spMkLst>
            <pc:docMk/>
            <pc:sldMk cId="2991155334" sldId="2147348549"/>
            <ac:spMk id="2" creationId="{D0753565-D4DF-4D05-9CB5-779CB0996AE0}"/>
          </ac:spMkLst>
        </pc:spChg>
        <pc:spChg chg="add mod">
          <ac:chgData name="MAKOTO NAKAHARA" userId="906944fe-f69c-41e4-afc8-f55319352636" providerId="ADAL" clId="{56C8CE3C-589D-4545-8978-0F11FA3AE3A6}" dt="2026-06-18T07:50:08.219" v="12133" actId="1076"/>
          <ac:spMkLst>
            <pc:docMk/>
            <pc:sldMk cId="2991155334" sldId="2147348549"/>
            <ac:spMk id="3" creationId="{2A30AA94-C5D9-416E-9BBB-2276CEAF005D}"/>
          </ac:spMkLst>
        </pc:spChg>
        <pc:spChg chg="add mod">
          <ac:chgData name="MAKOTO NAKAHARA" userId="906944fe-f69c-41e4-afc8-f55319352636" providerId="ADAL" clId="{56C8CE3C-589D-4545-8978-0F11FA3AE3A6}" dt="2026-06-18T08:32:18.406" v="14215" actId="1076"/>
          <ac:spMkLst>
            <pc:docMk/>
            <pc:sldMk cId="2991155334" sldId="2147348549"/>
            <ac:spMk id="4" creationId="{5AF04627-5211-3C1A-3CFC-C2D89C77140A}"/>
          </ac:spMkLst>
        </pc:spChg>
        <pc:spChg chg="add mod">
          <ac:chgData name="MAKOTO NAKAHARA" userId="906944fe-f69c-41e4-afc8-f55319352636" providerId="ADAL" clId="{56C8CE3C-589D-4545-8978-0F11FA3AE3A6}" dt="2026-06-18T08:59:08.689" v="14990" actId="6549"/>
          <ac:spMkLst>
            <pc:docMk/>
            <pc:sldMk cId="2991155334" sldId="2147348549"/>
            <ac:spMk id="6" creationId="{F4F53262-4932-F496-4EA3-9FC38AB90C99}"/>
          </ac:spMkLst>
        </pc:spChg>
        <pc:spChg chg="add mod">
          <ac:chgData name="MAKOTO NAKAHARA" userId="906944fe-f69c-41e4-afc8-f55319352636" providerId="ADAL" clId="{56C8CE3C-589D-4545-8978-0F11FA3AE3A6}" dt="2026-06-18T08:31:34.980" v="14214" actId="14100"/>
          <ac:spMkLst>
            <pc:docMk/>
            <pc:sldMk cId="2991155334" sldId="2147348549"/>
            <ac:spMk id="13" creationId="{38D3B09A-FF77-C364-2286-F0590EE6DE28}"/>
          </ac:spMkLst>
        </pc:spChg>
        <pc:spChg chg="add mod">
          <ac:chgData name="MAKOTO NAKAHARA" userId="906944fe-f69c-41e4-afc8-f55319352636" providerId="ADAL" clId="{56C8CE3C-589D-4545-8978-0F11FA3AE3A6}" dt="2026-06-18T08:32:30.541" v="14219" actId="1076"/>
          <ac:spMkLst>
            <pc:docMk/>
            <pc:sldMk cId="2991155334" sldId="2147348549"/>
            <ac:spMk id="20" creationId="{C06BCFDD-83F3-9B3B-A8AD-4C6B8360386B}"/>
          </ac:spMkLst>
        </pc:spChg>
        <pc:spChg chg="add mod">
          <ac:chgData name="MAKOTO NAKAHARA" userId="906944fe-f69c-41e4-afc8-f55319352636" providerId="ADAL" clId="{56C8CE3C-589D-4545-8978-0F11FA3AE3A6}" dt="2026-06-18T08:32:23.484" v="14217" actId="1076"/>
          <ac:spMkLst>
            <pc:docMk/>
            <pc:sldMk cId="2991155334" sldId="2147348549"/>
            <ac:spMk id="21" creationId="{992AACA9-D618-EF8C-B640-A3B6B22ABD74}"/>
          </ac:spMkLst>
        </pc:spChg>
        <pc:spChg chg="add mod">
          <ac:chgData name="MAKOTO NAKAHARA" userId="906944fe-f69c-41e4-afc8-f55319352636" providerId="ADAL" clId="{56C8CE3C-589D-4545-8978-0F11FA3AE3A6}" dt="2026-06-18T08:32:33.252" v="14220" actId="1076"/>
          <ac:spMkLst>
            <pc:docMk/>
            <pc:sldMk cId="2991155334" sldId="2147348549"/>
            <ac:spMk id="27" creationId="{E659FC56-03E4-846D-1CC3-C95D6B851CFB}"/>
          </ac:spMkLst>
        </pc:spChg>
        <pc:spChg chg="add mod">
          <ac:chgData name="MAKOTO NAKAHARA" userId="906944fe-f69c-41e4-afc8-f55319352636" providerId="ADAL" clId="{56C8CE3C-589D-4545-8978-0F11FA3AE3A6}" dt="2026-06-18T08:55:54.508" v="14625" actId="14100"/>
          <ac:spMkLst>
            <pc:docMk/>
            <pc:sldMk cId="2991155334" sldId="2147348549"/>
            <ac:spMk id="28" creationId="{6E93C8AC-5410-0CE9-3DFF-A5510F0DDF10}"/>
          </ac:spMkLst>
        </pc:spChg>
        <pc:spChg chg="add mod">
          <ac:chgData name="MAKOTO NAKAHARA" userId="906944fe-f69c-41e4-afc8-f55319352636" providerId="ADAL" clId="{56C8CE3C-589D-4545-8978-0F11FA3AE3A6}" dt="2026-06-18T08:32:27.345" v="14218" actId="1076"/>
          <ac:spMkLst>
            <pc:docMk/>
            <pc:sldMk cId="2991155334" sldId="2147348549"/>
            <ac:spMk id="74" creationId="{9F37A8AF-9F33-3D6D-1168-DE7C1B8088D8}"/>
          </ac:spMkLst>
        </pc:spChg>
        <pc:spChg chg="add mod">
          <ac:chgData name="MAKOTO NAKAHARA" userId="906944fe-f69c-41e4-afc8-f55319352636" providerId="ADAL" clId="{56C8CE3C-589D-4545-8978-0F11FA3AE3A6}" dt="2026-06-18T08:32:21.391" v="14216" actId="1076"/>
          <ac:spMkLst>
            <pc:docMk/>
            <pc:sldMk cId="2991155334" sldId="2147348549"/>
            <ac:spMk id="80" creationId="{BD02D758-D384-4CFC-616C-93889A752B09}"/>
          </ac:spMkLst>
        </pc:spChg>
        <pc:spChg chg="add mod">
          <ac:chgData name="MAKOTO NAKAHARA" userId="906944fe-f69c-41e4-afc8-f55319352636" providerId="ADAL" clId="{56C8CE3C-589D-4545-8978-0F11FA3AE3A6}" dt="2026-06-18T08:55:56.468" v="14626" actId="1076"/>
          <ac:spMkLst>
            <pc:docMk/>
            <pc:sldMk cId="2991155334" sldId="2147348549"/>
            <ac:spMk id="89" creationId="{4DA5F344-5D46-2F63-67AE-140C49C12FF8}"/>
          </ac:spMkLst>
        </pc:spChg>
        <pc:spChg chg="add mod">
          <ac:chgData name="MAKOTO NAKAHARA" userId="906944fe-f69c-41e4-afc8-f55319352636" providerId="ADAL" clId="{56C8CE3C-589D-4545-8978-0F11FA3AE3A6}" dt="2026-06-18T07:58:27.361" v="12444" actId="1076"/>
          <ac:spMkLst>
            <pc:docMk/>
            <pc:sldMk cId="2991155334" sldId="2147348549"/>
            <ac:spMk id="99" creationId="{5BEE79FD-F320-3500-3786-82F07526EDAD}"/>
          </ac:spMkLst>
        </pc:spChg>
        <pc:spChg chg="add mod">
          <ac:chgData name="MAKOTO NAKAHARA" userId="906944fe-f69c-41e4-afc8-f55319352636" providerId="ADAL" clId="{56C8CE3C-589D-4545-8978-0F11FA3AE3A6}" dt="2026-06-18T07:54:00.543" v="12260" actId="1076"/>
          <ac:spMkLst>
            <pc:docMk/>
            <pc:sldMk cId="2991155334" sldId="2147348549"/>
            <ac:spMk id="100" creationId="{2D3DAC34-D89F-831D-2279-3378FD207AFD}"/>
          </ac:spMkLst>
        </pc:spChg>
        <pc:spChg chg="add mod">
          <ac:chgData name="MAKOTO NAKAHARA" userId="906944fe-f69c-41e4-afc8-f55319352636" providerId="ADAL" clId="{56C8CE3C-589D-4545-8978-0F11FA3AE3A6}" dt="2026-06-18T07:58:21.180" v="12443" actId="1076"/>
          <ac:spMkLst>
            <pc:docMk/>
            <pc:sldMk cId="2991155334" sldId="2147348549"/>
            <ac:spMk id="104" creationId="{E682F765-D642-D244-F284-A62A487B31E9}"/>
          </ac:spMkLst>
        </pc:spChg>
        <pc:spChg chg="add mod">
          <ac:chgData name="MAKOTO NAKAHARA" userId="906944fe-f69c-41e4-afc8-f55319352636" providerId="ADAL" clId="{56C8CE3C-589D-4545-8978-0F11FA3AE3A6}" dt="2026-06-18T08:28:34.047" v="14134"/>
          <ac:spMkLst>
            <pc:docMk/>
            <pc:sldMk cId="2991155334" sldId="2147348549"/>
            <ac:spMk id="113" creationId="{CD58469B-4399-64D8-B299-FCD44170AE5C}"/>
          </ac:spMkLst>
        </pc:spChg>
        <pc:picChg chg="add mod">
          <ac:chgData name="MAKOTO NAKAHARA" userId="906944fe-f69c-41e4-afc8-f55319352636" providerId="ADAL" clId="{56C8CE3C-589D-4545-8978-0F11FA3AE3A6}" dt="2026-06-18T08:30:22.074" v="14150" actId="1076"/>
          <ac:picMkLst>
            <pc:docMk/>
            <pc:sldMk cId="2991155334" sldId="2147348549"/>
            <ac:picMk id="17" creationId="{1DB715E8-E248-8D25-DD76-39805A267CD9}"/>
          </ac:picMkLst>
        </pc:picChg>
        <pc:cxnChg chg="add mod">
          <ac:chgData name="MAKOTO NAKAHARA" userId="906944fe-f69c-41e4-afc8-f55319352636" providerId="ADAL" clId="{56C8CE3C-589D-4545-8978-0F11FA3AE3A6}" dt="2026-06-18T08:32:21.391" v="14216" actId="1076"/>
          <ac:cxnSpMkLst>
            <pc:docMk/>
            <pc:sldMk cId="2991155334" sldId="2147348549"/>
            <ac:cxnSpMk id="5" creationId="{F8D55FA1-6C84-88EB-EDEE-853CA326E853}"/>
          </ac:cxnSpMkLst>
        </pc:cxnChg>
        <pc:cxnChg chg="add mod">
          <ac:chgData name="MAKOTO NAKAHARA" userId="906944fe-f69c-41e4-afc8-f55319352636" providerId="ADAL" clId="{56C8CE3C-589D-4545-8978-0F11FA3AE3A6}" dt="2026-06-18T08:32:18.406" v="14215" actId="1076"/>
          <ac:cxnSpMkLst>
            <pc:docMk/>
            <pc:sldMk cId="2991155334" sldId="2147348549"/>
            <ac:cxnSpMk id="22" creationId="{9D8FEAD6-5BDB-4D41-C160-7A7B29EED233}"/>
          </ac:cxnSpMkLst>
        </pc:cxnChg>
        <pc:cxnChg chg="add mod">
          <ac:chgData name="MAKOTO NAKAHARA" userId="906944fe-f69c-41e4-afc8-f55319352636" providerId="ADAL" clId="{56C8CE3C-589D-4545-8978-0F11FA3AE3A6}" dt="2026-06-18T08:55:56.468" v="14626" actId="1076"/>
          <ac:cxnSpMkLst>
            <pc:docMk/>
            <pc:sldMk cId="2991155334" sldId="2147348549"/>
            <ac:cxnSpMk id="23" creationId="{36217B06-082D-963B-F8CC-EC00D09BB7F8}"/>
          </ac:cxnSpMkLst>
        </pc:cxnChg>
        <pc:cxnChg chg="add mod">
          <ac:chgData name="MAKOTO NAKAHARA" userId="906944fe-f69c-41e4-afc8-f55319352636" providerId="ADAL" clId="{56C8CE3C-589D-4545-8978-0F11FA3AE3A6}" dt="2026-06-18T08:32:18.406" v="14215" actId="1076"/>
          <ac:cxnSpMkLst>
            <pc:docMk/>
            <pc:sldMk cId="2991155334" sldId="2147348549"/>
            <ac:cxnSpMk id="31" creationId="{BDE2C28E-5BEE-2EA9-4D43-7D1509BF66AE}"/>
          </ac:cxnSpMkLst>
        </pc:cxnChg>
        <pc:cxnChg chg="add mod">
          <ac:chgData name="MAKOTO NAKAHARA" userId="906944fe-f69c-41e4-afc8-f55319352636" providerId="ADAL" clId="{56C8CE3C-589D-4545-8978-0F11FA3AE3A6}" dt="2026-06-18T08:31:34.980" v="14214" actId="14100"/>
          <ac:cxnSpMkLst>
            <pc:docMk/>
            <pc:sldMk cId="2991155334" sldId="2147348549"/>
            <ac:cxnSpMk id="69" creationId="{E2D73A69-4EA8-37B5-0AA2-2E31F814A1C0}"/>
          </ac:cxnSpMkLst>
        </pc:cxnChg>
        <pc:cxnChg chg="add mod">
          <ac:chgData name="MAKOTO NAKAHARA" userId="906944fe-f69c-41e4-afc8-f55319352636" providerId="ADAL" clId="{56C8CE3C-589D-4545-8978-0F11FA3AE3A6}" dt="2026-06-18T08:31:34.980" v="14214" actId="14100"/>
          <ac:cxnSpMkLst>
            <pc:docMk/>
            <pc:sldMk cId="2991155334" sldId="2147348549"/>
            <ac:cxnSpMk id="101" creationId="{AF106D02-EA18-23A5-CC02-806435AAF62D}"/>
          </ac:cxnSpMkLst>
        </pc:cxnChg>
        <pc:cxnChg chg="add mod">
          <ac:chgData name="MAKOTO NAKAHARA" userId="906944fe-f69c-41e4-afc8-f55319352636" providerId="ADAL" clId="{56C8CE3C-589D-4545-8978-0F11FA3AE3A6}" dt="2026-06-18T08:31:34.980" v="14214" actId="14100"/>
          <ac:cxnSpMkLst>
            <pc:docMk/>
            <pc:sldMk cId="2991155334" sldId="2147348549"/>
            <ac:cxnSpMk id="110" creationId="{5E8D48BC-CD58-7F8A-882B-4A693913147F}"/>
          </ac:cxnSpMkLst>
        </pc:cxnChg>
      </pc:sldChg>
      <pc:sldChg chg="modSp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3622164127" sldId="2147348550"/>
        </pc:sldMkLst>
      </pc:sldChg>
      <pc:sldChg chg="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739945472" sldId="2147348553"/>
        </pc:sldMkLst>
      </pc:sldChg>
      <pc:sldChg chg="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145623097" sldId="2147348554"/>
        </pc:sldMkLst>
      </pc:sldChg>
      <pc:sldChg chg="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768623957" sldId="2147348555"/>
        </pc:sldMkLst>
      </pc:sldChg>
      <pc:sldChg chg="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1682027864" sldId="2147348556"/>
        </pc:sldMkLst>
      </pc:sldChg>
      <pc:sldChg chg="addSp delSp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3050168115" sldId="2147348557"/>
        </pc:sldMkLst>
      </pc:sldChg>
      <pc:sldChg chg="addSp delSp modSp add del mod ord">
        <pc:chgData name="MAKOTO NAKAHARA" userId="906944fe-f69c-41e4-afc8-f55319352636" providerId="ADAL" clId="{56C8CE3C-589D-4545-8978-0F11FA3AE3A6}" dt="2026-06-18T08:01:40.976" v="12535" actId="47"/>
        <pc:sldMkLst>
          <pc:docMk/>
          <pc:sldMk cId="1792252394" sldId="2147348558"/>
        </pc:sldMkLst>
      </pc:sldChg>
      <pc:sldChg chg="mod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318227219" sldId="2147348559"/>
        </pc:sldMkLst>
      </pc:sldChg>
      <pc:sldChg chg="mod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3433245837" sldId="2147348560"/>
        </pc:sldMkLst>
      </pc:sldChg>
      <pc:sldChg chg="modSp add del mod ord">
        <pc:chgData name="MAKOTO NAKAHARA" userId="906944fe-f69c-41e4-afc8-f55319352636" providerId="ADAL" clId="{56C8CE3C-589D-4545-8978-0F11FA3AE3A6}" dt="2026-06-18T08:01:40.976" v="12535" actId="47"/>
        <pc:sldMkLst>
          <pc:docMk/>
          <pc:sldMk cId="4078189785" sldId="2147348561"/>
        </pc:sldMkLst>
      </pc:sldChg>
      <pc:sldChg chg="addSp delSp mod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3352252462" sldId="2147348562"/>
        </pc:sldMkLst>
      </pc:sldChg>
      <pc:sldChg chg="del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1636828460" sldId="2147348563"/>
        </pc:sldMkLst>
      </pc:sldChg>
      <pc:sldChg chg="mod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3990646745" sldId="2147348564"/>
        </pc:sldMkLst>
      </pc:sldChg>
      <pc:sldChg chg="addSp delSp mod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2293759536" sldId="2147348565"/>
        </pc:sldMkLst>
      </pc:sldChg>
      <pc:sldChg chg="addSp modSp add del mod">
        <pc:chgData name="MAKOTO NAKAHARA" userId="906944fe-f69c-41e4-afc8-f55319352636" providerId="ADAL" clId="{56C8CE3C-589D-4545-8978-0F11FA3AE3A6}" dt="2026-06-18T08:01:40.976" v="12535" actId="47"/>
        <pc:sldMkLst>
          <pc:docMk/>
          <pc:sldMk cId="2437039293" sldId="2147348566"/>
        </pc:sldMkLst>
      </pc:sldChg>
      <pc:sldChg chg="addSp delSp modSp add mod">
        <pc:chgData name="MAKOTO NAKAHARA" userId="906944fe-f69c-41e4-afc8-f55319352636" providerId="ADAL" clId="{56C8CE3C-589D-4545-8978-0F11FA3AE3A6}" dt="2026-06-23T02:26:05.857" v="17342" actId="14100"/>
        <pc:sldMkLst>
          <pc:docMk/>
          <pc:sldMk cId="1867872045" sldId="2147348567"/>
        </pc:sldMkLst>
        <pc:spChg chg="mod">
          <ac:chgData name="MAKOTO NAKAHARA" userId="906944fe-f69c-41e4-afc8-f55319352636" providerId="ADAL" clId="{56C8CE3C-589D-4545-8978-0F11FA3AE3A6}" dt="2026-06-18T08:33:31.975" v="14243"/>
          <ac:spMkLst>
            <pc:docMk/>
            <pc:sldMk cId="1867872045" sldId="2147348567"/>
            <ac:spMk id="2" creationId="{E878EAB5-A091-ACB3-454C-AD72F429061E}"/>
          </ac:spMkLst>
        </pc:spChg>
        <pc:graphicFrameChg chg="add mod modGraphic">
          <ac:chgData name="MAKOTO NAKAHARA" userId="906944fe-f69c-41e4-afc8-f55319352636" providerId="ADAL" clId="{56C8CE3C-589D-4545-8978-0F11FA3AE3A6}" dt="2026-06-23T02:26:05.857" v="17342" actId="14100"/>
          <ac:graphicFrameMkLst>
            <pc:docMk/>
            <pc:sldMk cId="1867872045" sldId="2147348567"/>
            <ac:graphicFrameMk id="6" creationId="{0B3C17D2-4966-74BC-9CA9-535A5E7BA220}"/>
          </ac:graphicFrameMkLst>
        </pc:graphicFrameChg>
      </pc:sldChg>
      <pc:sldChg chg="new del">
        <pc:chgData name="MAKOTO NAKAHARA" userId="906944fe-f69c-41e4-afc8-f55319352636" providerId="ADAL" clId="{56C8CE3C-589D-4545-8978-0F11FA3AE3A6}" dt="2026-06-18T08:01:40.976" v="12535" actId="47"/>
        <pc:sldMkLst>
          <pc:docMk/>
          <pc:sldMk cId="3007388138" sldId="2147348568"/>
        </pc:sldMkLst>
      </pc:sldChg>
      <pc:sldChg chg="addSp delSp modSp add mod ord">
        <pc:chgData name="MAKOTO NAKAHARA" userId="906944fe-f69c-41e4-afc8-f55319352636" providerId="ADAL" clId="{56C8CE3C-589D-4545-8978-0F11FA3AE3A6}" dt="2026-06-23T02:29:43.019" v="17424" actId="1076"/>
        <pc:sldMkLst>
          <pc:docMk/>
          <pc:sldMk cId="3022024269" sldId="2147348568"/>
        </pc:sldMkLst>
        <pc:spChg chg="mod">
          <ac:chgData name="MAKOTO NAKAHARA" userId="906944fe-f69c-41e4-afc8-f55319352636" providerId="ADAL" clId="{56C8CE3C-589D-4545-8978-0F11FA3AE3A6}" dt="2026-06-23T01:04:47.992" v="15031" actId="6549"/>
          <ac:spMkLst>
            <pc:docMk/>
            <pc:sldMk cId="3022024269" sldId="2147348568"/>
            <ac:spMk id="2" creationId="{B064176B-272C-692A-1B35-FF5CF52F7007}"/>
          </ac:spMkLst>
        </pc:spChg>
        <pc:spChg chg="add del mod">
          <ac:chgData name="MAKOTO NAKAHARA" userId="906944fe-f69c-41e4-afc8-f55319352636" providerId="ADAL" clId="{56C8CE3C-589D-4545-8978-0F11FA3AE3A6}" dt="2026-06-23T01:05:07.695" v="15036"/>
          <ac:spMkLst>
            <pc:docMk/>
            <pc:sldMk cId="3022024269" sldId="2147348568"/>
            <ac:spMk id="3" creationId="{C9531971-74D3-6D9B-C6A0-64E107289656}"/>
          </ac:spMkLst>
        </pc:spChg>
        <pc:spChg chg="add mod ord">
          <ac:chgData name="MAKOTO NAKAHARA" userId="906944fe-f69c-41e4-afc8-f55319352636" providerId="ADAL" clId="{56C8CE3C-589D-4545-8978-0F11FA3AE3A6}" dt="2026-06-23T02:27:06.514" v="17352" actId="14100"/>
          <ac:spMkLst>
            <pc:docMk/>
            <pc:sldMk cId="3022024269" sldId="2147348568"/>
            <ac:spMk id="4" creationId="{8B4BCDBA-5C72-5E82-21CC-A7A072ABB722}"/>
          </ac:spMkLst>
        </pc:spChg>
        <pc:spChg chg="add mod">
          <ac:chgData name="MAKOTO NAKAHARA" userId="906944fe-f69c-41e4-afc8-f55319352636" providerId="ADAL" clId="{56C8CE3C-589D-4545-8978-0F11FA3AE3A6}" dt="2026-06-23T01:17:18.428" v="15632" actId="207"/>
          <ac:spMkLst>
            <pc:docMk/>
            <pc:sldMk cId="3022024269" sldId="2147348568"/>
            <ac:spMk id="5" creationId="{C2F19B54-165B-DBFE-F431-CF896427F776}"/>
          </ac:spMkLst>
        </pc:spChg>
        <pc:spChg chg="add mod">
          <ac:chgData name="MAKOTO NAKAHARA" userId="906944fe-f69c-41e4-afc8-f55319352636" providerId="ADAL" clId="{56C8CE3C-589D-4545-8978-0F11FA3AE3A6}" dt="2026-06-23T01:15:34.172" v="15546" actId="207"/>
          <ac:spMkLst>
            <pc:docMk/>
            <pc:sldMk cId="3022024269" sldId="2147348568"/>
            <ac:spMk id="7" creationId="{068A067B-F82C-D129-88C3-9EF6E2E4ABE3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8" creationId="{876AD4DA-EFE8-9013-BCF0-795F26409C53}"/>
          </ac:spMkLst>
        </pc:spChg>
        <pc:spChg chg="add mod">
          <ac:chgData name="MAKOTO NAKAHARA" userId="906944fe-f69c-41e4-afc8-f55319352636" providerId="ADAL" clId="{56C8CE3C-589D-4545-8978-0F11FA3AE3A6}" dt="2026-06-23T01:17:18.428" v="15632" actId="207"/>
          <ac:spMkLst>
            <pc:docMk/>
            <pc:sldMk cId="3022024269" sldId="2147348568"/>
            <ac:spMk id="9" creationId="{F4B8AB7A-B030-DA02-C2DF-C18D10A07CDA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10" creationId="{04F017E1-1F4A-9BD1-6667-559C764EF36B}"/>
          </ac:spMkLst>
        </pc:spChg>
        <pc:spChg chg="add mod">
          <ac:chgData name="MAKOTO NAKAHARA" userId="906944fe-f69c-41e4-afc8-f55319352636" providerId="ADAL" clId="{56C8CE3C-589D-4545-8978-0F11FA3AE3A6}" dt="2026-06-23T01:17:12.111" v="15631" actId="207"/>
          <ac:spMkLst>
            <pc:docMk/>
            <pc:sldMk cId="3022024269" sldId="2147348568"/>
            <ac:spMk id="11" creationId="{E0B1B4F4-AA6D-48E7-F889-F65F23D0407A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12" creationId="{8BC072AB-FD4F-540A-1213-6FC7A7BCCA5C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13" creationId="{0D6C13A9-9EF3-3312-9CC3-4CCDF129B4FB}"/>
          </ac:spMkLst>
        </pc:spChg>
        <pc:spChg chg="add mod">
          <ac:chgData name="MAKOTO NAKAHARA" userId="906944fe-f69c-41e4-afc8-f55319352636" providerId="ADAL" clId="{56C8CE3C-589D-4545-8978-0F11FA3AE3A6}" dt="2026-06-23T01:17:12.111" v="15631" actId="207"/>
          <ac:spMkLst>
            <pc:docMk/>
            <pc:sldMk cId="3022024269" sldId="2147348568"/>
            <ac:spMk id="14" creationId="{124CFF09-D778-A28E-1E53-3B5FDBFAACBE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15" creationId="{8D4D8A3D-E3CA-DBD3-A3C3-6B5DCC662086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16" creationId="{27A9D5B3-5A5A-568E-4437-1815084CC2F5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17" creationId="{00D3918F-7A59-820A-571D-6EA5E8462590}"/>
          </ac:spMkLst>
        </pc:spChg>
        <pc:spChg chg="add mod">
          <ac:chgData name="MAKOTO NAKAHARA" userId="906944fe-f69c-41e4-afc8-f55319352636" providerId="ADAL" clId="{56C8CE3C-589D-4545-8978-0F11FA3AE3A6}" dt="2026-06-23T01:18:30.810" v="15710" actId="207"/>
          <ac:spMkLst>
            <pc:docMk/>
            <pc:sldMk cId="3022024269" sldId="2147348568"/>
            <ac:spMk id="18" creationId="{3DA88FBE-BEFC-2BE0-0850-4E70A193F41B}"/>
          </ac:spMkLst>
        </pc:spChg>
        <pc:spChg chg="add mod">
          <ac:chgData name="MAKOTO NAKAHARA" userId="906944fe-f69c-41e4-afc8-f55319352636" providerId="ADAL" clId="{56C8CE3C-589D-4545-8978-0F11FA3AE3A6}" dt="2026-06-23T02:02:29.449" v="16869" actId="14100"/>
          <ac:spMkLst>
            <pc:docMk/>
            <pc:sldMk cId="3022024269" sldId="2147348568"/>
            <ac:spMk id="19" creationId="{4B9BC66B-BCD3-3B76-1611-44A821DE9DB4}"/>
          </ac:spMkLst>
        </pc:spChg>
        <pc:spChg chg="add mod">
          <ac:chgData name="MAKOTO NAKAHARA" userId="906944fe-f69c-41e4-afc8-f55319352636" providerId="ADAL" clId="{56C8CE3C-589D-4545-8978-0F11FA3AE3A6}" dt="2026-06-23T02:27:23.186" v="17354" actId="1076"/>
          <ac:spMkLst>
            <pc:docMk/>
            <pc:sldMk cId="3022024269" sldId="2147348568"/>
            <ac:spMk id="20" creationId="{F8E1355D-9F80-97F5-4013-1861F923DE81}"/>
          </ac:spMkLst>
        </pc:spChg>
        <pc:spChg chg="add mod">
          <ac:chgData name="MAKOTO NAKAHARA" userId="906944fe-f69c-41e4-afc8-f55319352636" providerId="ADAL" clId="{56C8CE3C-589D-4545-8978-0F11FA3AE3A6}" dt="2026-06-23T02:26:49.285" v="17347" actId="1076"/>
          <ac:spMkLst>
            <pc:docMk/>
            <pc:sldMk cId="3022024269" sldId="2147348568"/>
            <ac:spMk id="21" creationId="{1E82F710-CD2A-FE9A-0F74-47FE483A2607}"/>
          </ac:spMkLst>
        </pc:spChg>
        <pc:spChg chg="add mod">
          <ac:chgData name="MAKOTO NAKAHARA" userId="906944fe-f69c-41e4-afc8-f55319352636" providerId="ADAL" clId="{56C8CE3C-589D-4545-8978-0F11FA3AE3A6}" dt="2026-06-23T02:26:49.285" v="17347" actId="1076"/>
          <ac:spMkLst>
            <pc:docMk/>
            <pc:sldMk cId="3022024269" sldId="2147348568"/>
            <ac:spMk id="22" creationId="{2169DBFF-8FE6-7962-3750-CFFE31CFCFCE}"/>
          </ac:spMkLst>
        </pc:spChg>
        <pc:spChg chg="add mod">
          <ac:chgData name="MAKOTO NAKAHARA" userId="906944fe-f69c-41e4-afc8-f55319352636" providerId="ADAL" clId="{56C8CE3C-589D-4545-8978-0F11FA3AE3A6}" dt="2026-06-23T02:26:49.285" v="17347" actId="1076"/>
          <ac:spMkLst>
            <pc:docMk/>
            <pc:sldMk cId="3022024269" sldId="2147348568"/>
            <ac:spMk id="23" creationId="{D090606D-49CC-2822-2BFF-2758E402159E}"/>
          </ac:spMkLst>
        </pc:spChg>
        <pc:spChg chg="add del mod">
          <ac:chgData name="MAKOTO NAKAHARA" userId="906944fe-f69c-41e4-afc8-f55319352636" providerId="ADAL" clId="{56C8CE3C-589D-4545-8978-0F11FA3AE3A6}" dt="2026-06-23T01:45:31.427" v="16241" actId="21"/>
          <ac:spMkLst>
            <pc:docMk/>
            <pc:sldMk cId="3022024269" sldId="2147348568"/>
            <ac:spMk id="24" creationId="{2E19BD19-1CBA-5C81-1306-7F23DA56780C}"/>
          </ac:spMkLst>
        </pc:spChg>
        <pc:spChg chg="add mod">
          <ac:chgData name="MAKOTO NAKAHARA" userId="906944fe-f69c-41e4-afc8-f55319352636" providerId="ADAL" clId="{56C8CE3C-589D-4545-8978-0F11FA3AE3A6}" dt="2026-06-23T02:28:05.664" v="17403" actId="1076"/>
          <ac:spMkLst>
            <pc:docMk/>
            <pc:sldMk cId="3022024269" sldId="2147348568"/>
            <ac:spMk id="25" creationId="{0A348D24-68D2-C8F7-FF6C-C707E5DEDFAD}"/>
          </ac:spMkLst>
        </pc:spChg>
        <pc:spChg chg="add mod">
          <ac:chgData name="MAKOTO NAKAHARA" userId="906944fe-f69c-41e4-afc8-f55319352636" providerId="ADAL" clId="{56C8CE3C-589D-4545-8978-0F11FA3AE3A6}" dt="2026-06-23T01:20:26.285" v="15842" actId="571"/>
          <ac:spMkLst>
            <pc:docMk/>
            <pc:sldMk cId="3022024269" sldId="2147348568"/>
            <ac:spMk id="26" creationId="{33D612F2-33CC-D9D4-2A88-CCD6BB68E87B}"/>
          </ac:spMkLst>
        </pc:spChg>
        <pc:spChg chg="add mod">
          <ac:chgData name="MAKOTO NAKAHARA" userId="906944fe-f69c-41e4-afc8-f55319352636" providerId="ADAL" clId="{56C8CE3C-589D-4545-8978-0F11FA3AE3A6}" dt="2026-06-23T01:20:26.285" v="15842" actId="571"/>
          <ac:spMkLst>
            <pc:docMk/>
            <pc:sldMk cId="3022024269" sldId="2147348568"/>
            <ac:spMk id="27" creationId="{75FF7710-8882-AA73-ACC7-0802EA6650AB}"/>
          </ac:spMkLst>
        </pc:spChg>
        <pc:spChg chg="add mod">
          <ac:chgData name="MAKOTO NAKAHARA" userId="906944fe-f69c-41e4-afc8-f55319352636" providerId="ADAL" clId="{56C8CE3C-589D-4545-8978-0F11FA3AE3A6}" dt="2026-06-23T02:29:39.111" v="17423" actId="1076"/>
          <ac:spMkLst>
            <pc:docMk/>
            <pc:sldMk cId="3022024269" sldId="2147348568"/>
            <ac:spMk id="28" creationId="{0BD3D2D7-40DC-DDAE-6861-7E12F31F7624}"/>
          </ac:spMkLst>
        </pc:spChg>
        <pc:spChg chg="add mod">
          <ac:chgData name="MAKOTO NAKAHARA" userId="906944fe-f69c-41e4-afc8-f55319352636" providerId="ADAL" clId="{56C8CE3C-589D-4545-8978-0F11FA3AE3A6}" dt="2026-06-23T01:45:29.060" v="16240" actId="207"/>
          <ac:spMkLst>
            <pc:docMk/>
            <pc:sldMk cId="3022024269" sldId="2147348568"/>
            <ac:spMk id="29" creationId="{7D2C5EB1-1008-604B-4EFD-33E4AB25CE6C}"/>
          </ac:spMkLst>
        </pc:spChg>
        <pc:spChg chg="add mod">
          <ac:chgData name="MAKOTO NAKAHARA" userId="906944fe-f69c-41e4-afc8-f55319352636" providerId="ADAL" clId="{56C8CE3C-589D-4545-8978-0F11FA3AE3A6}" dt="2026-06-23T02:26:49.285" v="17347" actId="1076"/>
          <ac:spMkLst>
            <pc:docMk/>
            <pc:sldMk cId="3022024269" sldId="2147348568"/>
            <ac:spMk id="30" creationId="{2E19BD19-1CBA-5C81-1306-7F23DA56780C}"/>
          </ac:spMkLst>
        </pc:spChg>
        <pc:spChg chg="add mod">
          <ac:chgData name="MAKOTO NAKAHARA" userId="906944fe-f69c-41e4-afc8-f55319352636" providerId="ADAL" clId="{56C8CE3C-589D-4545-8978-0F11FA3AE3A6}" dt="2026-06-23T02:26:49.285" v="17347" actId="1076"/>
          <ac:spMkLst>
            <pc:docMk/>
            <pc:sldMk cId="3022024269" sldId="2147348568"/>
            <ac:spMk id="31" creationId="{E18995F2-8A75-B9CC-0282-A7C7ABE28B80}"/>
          </ac:spMkLst>
        </pc:spChg>
        <pc:spChg chg="add mod">
          <ac:chgData name="MAKOTO NAKAHARA" userId="906944fe-f69c-41e4-afc8-f55319352636" providerId="ADAL" clId="{56C8CE3C-589D-4545-8978-0F11FA3AE3A6}" dt="2026-06-23T02:27:09.561" v="17353" actId="1076"/>
          <ac:spMkLst>
            <pc:docMk/>
            <pc:sldMk cId="3022024269" sldId="2147348568"/>
            <ac:spMk id="64" creationId="{31754A90-2DF4-A769-AB17-A0F286AD7B4E}"/>
          </ac:spMkLst>
        </pc:spChg>
        <pc:spChg chg="add mod">
          <ac:chgData name="MAKOTO NAKAHARA" userId="906944fe-f69c-41e4-afc8-f55319352636" providerId="ADAL" clId="{56C8CE3C-589D-4545-8978-0F11FA3AE3A6}" dt="2026-06-23T01:52:02.723" v="16630" actId="6549"/>
          <ac:spMkLst>
            <pc:docMk/>
            <pc:sldMk cId="3022024269" sldId="2147348568"/>
            <ac:spMk id="65" creationId="{C0CD088C-9BF2-2B9B-C4BA-B3F4EB491692}"/>
          </ac:spMkLst>
        </pc:spChg>
        <pc:spChg chg="add mod">
          <ac:chgData name="MAKOTO NAKAHARA" userId="906944fe-f69c-41e4-afc8-f55319352636" providerId="ADAL" clId="{56C8CE3C-589D-4545-8978-0F11FA3AE3A6}" dt="2026-06-23T02:29:43.019" v="17424" actId="1076"/>
          <ac:spMkLst>
            <pc:docMk/>
            <pc:sldMk cId="3022024269" sldId="2147348568"/>
            <ac:spMk id="66" creationId="{B1C91DD9-1CBF-C50A-1C4C-09D5817BE197}"/>
          </ac:spMkLst>
        </pc:spChg>
        <pc:spChg chg="add mod">
          <ac:chgData name="MAKOTO NAKAHARA" userId="906944fe-f69c-41e4-afc8-f55319352636" providerId="ADAL" clId="{56C8CE3C-589D-4545-8978-0F11FA3AE3A6}" dt="2026-06-23T02:27:48.480" v="17399" actId="14100"/>
          <ac:spMkLst>
            <pc:docMk/>
            <pc:sldMk cId="3022024269" sldId="2147348568"/>
            <ac:spMk id="67" creationId="{78A77133-25B6-CCFD-E20B-D076EF734028}"/>
          </ac:spMkLst>
        </pc:spChg>
        <pc:graphicFrameChg chg="del">
          <ac:chgData name="MAKOTO NAKAHARA" userId="906944fe-f69c-41e4-afc8-f55319352636" providerId="ADAL" clId="{56C8CE3C-589D-4545-8978-0F11FA3AE3A6}" dt="2026-06-23T01:04:51.913" v="15032" actId="478"/>
          <ac:graphicFrameMkLst>
            <pc:docMk/>
            <pc:sldMk cId="3022024269" sldId="2147348568"/>
            <ac:graphicFrameMk id="6" creationId="{DD6D9FE2-ABF7-24CF-FA64-3F4EA2990CC3}"/>
          </ac:graphicFrameMkLst>
        </pc:graphicFrameChg>
      </pc:sldChg>
      <pc:sldChg chg="addSp delSp modSp add mod">
        <pc:chgData name="MAKOTO NAKAHARA" userId="906944fe-f69c-41e4-afc8-f55319352636" providerId="ADAL" clId="{56C8CE3C-589D-4545-8978-0F11FA3AE3A6}" dt="2026-06-23T08:39:32.521" v="17542" actId="1076"/>
        <pc:sldMkLst>
          <pc:docMk/>
          <pc:sldMk cId="2364831397" sldId="2147348569"/>
        </pc:sldMkLst>
        <pc:spChg chg="mod">
          <ac:chgData name="MAKOTO NAKAHARA" userId="906944fe-f69c-41e4-afc8-f55319352636" providerId="ADAL" clId="{56C8CE3C-589D-4545-8978-0F11FA3AE3A6}" dt="2026-06-23T01:23:53.633" v="15906"/>
          <ac:spMkLst>
            <pc:docMk/>
            <pc:sldMk cId="2364831397" sldId="2147348569"/>
            <ac:spMk id="2" creationId="{3C62CA3E-29A1-6D25-C0DC-46FF235727FD}"/>
          </ac:spMkLst>
        </pc:spChg>
        <pc:spChg chg="mod">
          <ac:chgData name="MAKOTO NAKAHARA" userId="906944fe-f69c-41e4-afc8-f55319352636" providerId="ADAL" clId="{56C8CE3C-589D-4545-8978-0F11FA3AE3A6}" dt="2026-06-23T02:28:26.514" v="17406" actId="14100"/>
          <ac:spMkLst>
            <pc:docMk/>
            <pc:sldMk cId="2364831397" sldId="2147348569"/>
            <ac:spMk id="4" creationId="{24BD8AB5-0FC5-817B-7053-EBC9559B47C6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5" creationId="{0714384B-46EF-96D4-D73D-035342ABDABE}"/>
          </ac:spMkLst>
        </pc:spChg>
        <pc:spChg chg="add mod">
          <ac:chgData name="MAKOTO NAKAHARA" userId="906944fe-f69c-41e4-afc8-f55319352636" providerId="ADAL" clId="{56C8CE3C-589D-4545-8978-0F11FA3AE3A6}" dt="2026-06-23T01:52:18.380" v="16660" actId="6549"/>
          <ac:spMkLst>
            <pc:docMk/>
            <pc:sldMk cId="2364831397" sldId="2147348569"/>
            <ac:spMk id="6" creationId="{320D0D9C-DF73-2FB8-0791-46340BD60EAF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7" creationId="{7C5D9914-4124-4B37-1E34-792E95D282B1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8" creationId="{AAB259EF-0EAF-E66D-ECBB-A656DFA07EDC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10" creationId="{64F21FC0-29FA-BFF5-B9AE-A1EE6D0D8C66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11" creationId="{663DC2EC-665F-E54B-92E4-C1C3EC076EC2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12" creationId="{D6AB6A6B-C406-5E94-779D-D2CFBED8BAA1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13" creationId="{34AC7807-5C32-23E9-AD6D-407EA8B7B3DF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14" creationId="{7561C5E2-C010-027E-7A46-E6E8D372ED49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15" creationId="{6CAB7998-8E5B-BE5B-EC7D-B35614632335}"/>
          </ac:spMkLst>
        </pc:spChg>
        <pc:spChg chg="add mod">
          <ac:chgData name="MAKOTO NAKAHARA" userId="906944fe-f69c-41e4-afc8-f55319352636" providerId="ADAL" clId="{56C8CE3C-589D-4545-8978-0F11FA3AE3A6}" dt="2026-06-23T08:39:32.521" v="17542" actId="1076"/>
          <ac:spMkLst>
            <pc:docMk/>
            <pc:sldMk cId="2364831397" sldId="2147348569"/>
            <ac:spMk id="16" creationId="{B94F6205-EE7C-22F4-801E-11D62F99C38C}"/>
          </ac:spMkLst>
        </pc:spChg>
        <pc:spChg chg="del">
          <ac:chgData name="MAKOTO NAKAHARA" userId="906944fe-f69c-41e4-afc8-f55319352636" providerId="ADAL" clId="{56C8CE3C-589D-4545-8978-0F11FA3AE3A6}" dt="2026-06-23T01:40:23.282" v="15907" actId="478"/>
          <ac:spMkLst>
            <pc:docMk/>
            <pc:sldMk cId="2364831397" sldId="2147348569"/>
            <ac:spMk id="16" creationId="{D5166EA7-F67C-762F-D963-CB70D08B5F9F}"/>
          </ac:spMkLst>
        </pc:spChg>
        <pc:spChg chg="del">
          <ac:chgData name="MAKOTO NAKAHARA" userId="906944fe-f69c-41e4-afc8-f55319352636" providerId="ADAL" clId="{56C8CE3C-589D-4545-8978-0F11FA3AE3A6}" dt="2026-06-23T01:40:23.282" v="15907" actId="478"/>
          <ac:spMkLst>
            <pc:docMk/>
            <pc:sldMk cId="2364831397" sldId="2147348569"/>
            <ac:spMk id="17" creationId="{1B1A367D-78F8-723D-9BC7-4A0FAE93307C}"/>
          </ac:spMkLst>
        </pc:spChg>
        <pc:spChg chg="del">
          <ac:chgData name="MAKOTO NAKAHARA" userId="906944fe-f69c-41e4-afc8-f55319352636" providerId="ADAL" clId="{56C8CE3C-589D-4545-8978-0F11FA3AE3A6}" dt="2026-06-23T01:40:23.282" v="15907" actId="478"/>
          <ac:spMkLst>
            <pc:docMk/>
            <pc:sldMk cId="2364831397" sldId="2147348569"/>
            <ac:spMk id="18" creationId="{69E6CFC6-EC57-3C19-1D06-D10583AC64A8}"/>
          </ac:spMkLst>
        </pc:spChg>
        <pc:spChg chg="del">
          <ac:chgData name="MAKOTO NAKAHARA" userId="906944fe-f69c-41e4-afc8-f55319352636" providerId="ADAL" clId="{56C8CE3C-589D-4545-8978-0F11FA3AE3A6}" dt="2026-06-23T01:40:23.282" v="15907" actId="478"/>
          <ac:spMkLst>
            <pc:docMk/>
            <pc:sldMk cId="2364831397" sldId="2147348569"/>
            <ac:spMk id="19" creationId="{012004F5-D8BF-BE67-A79E-B57445C3DB91}"/>
          </ac:spMkLst>
        </pc:spChg>
        <pc:spChg chg="mod">
          <ac:chgData name="MAKOTO NAKAHARA" userId="906944fe-f69c-41e4-afc8-f55319352636" providerId="ADAL" clId="{56C8CE3C-589D-4545-8978-0F11FA3AE3A6}" dt="2026-06-23T02:28:34.346" v="17407" actId="1076"/>
          <ac:spMkLst>
            <pc:docMk/>
            <pc:sldMk cId="2364831397" sldId="2147348569"/>
            <ac:spMk id="20" creationId="{DA7FA8D3-9176-71C1-4936-0F8A1E3C50EE}"/>
          </ac:spMkLst>
        </pc:spChg>
        <pc:spChg chg="del">
          <ac:chgData name="MAKOTO NAKAHARA" userId="906944fe-f69c-41e4-afc8-f55319352636" providerId="ADAL" clId="{56C8CE3C-589D-4545-8978-0F11FA3AE3A6}" dt="2026-06-23T01:40:31.830" v="15909" actId="478"/>
          <ac:spMkLst>
            <pc:docMk/>
            <pc:sldMk cId="2364831397" sldId="2147348569"/>
            <ac:spMk id="21" creationId="{52F0235B-CFBC-0566-48ED-592C294EA064}"/>
          </ac:spMkLst>
        </pc:spChg>
        <pc:spChg chg="del">
          <ac:chgData name="MAKOTO NAKAHARA" userId="906944fe-f69c-41e4-afc8-f55319352636" providerId="ADAL" clId="{56C8CE3C-589D-4545-8978-0F11FA3AE3A6}" dt="2026-06-23T01:40:31.830" v="15909" actId="478"/>
          <ac:spMkLst>
            <pc:docMk/>
            <pc:sldMk cId="2364831397" sldId="2147348569"/>
            <ac:spMk id="22" creationId="{DE499F12-74EC-BE1A-A697-6A339BAE35F0}"/>
          </ac:spMkLst>
        </pc:spChg>
        <pc:spChg chg="del">
          <ac:chgData name="MAKOTO NAKAHARA" userId="906944fe-f69c-41e4-afc8-f55319352636" providerId="ADAL" clId="{56C8CE3C-589D-4545-8978-0F11FA3AE3A6}" dt="2026-06-23T01:40:31.830" v="15909" actId="478"/>
          <ac:spMkLst>
            <pc:docMk/>
            <pc:sldMk cId="2364831397" sldId="2147348569"/>
            <ac:spMk id="23" creationId="{7E910709-7B82-B5E8-201F-74D071082B45}"/>
          </ac:spMkLst>
        </pc:spChg>
        <pc:spChg chg="del">
          <ac:chgData name="MAKOTO NAKAHARA" userId="906944fe-f69c-41e4-afc8-f55319352636" providerId="ADAL" clId="{56C8CE3C-589D-4545-8978-0F11FA3AE3A6}" dt="2026-06-23T01:40:31.830" v="15909" actId="478"/>
          <ac:spMkLst>
            <pc:docMk/>
            <pc:sldMk cId="2364831397" sldId="2147348569"/>
            <ac:spMk id="24" creationId="{D54484C7-C4E4-3F32-4144-899BEE3E7B9E}"/>
          </ac:spMkLst>
        </pc:spChg>
        <pc:spChg chg="del">
          <ac:chgData name="MAKOTO NAKAHARA" userId="906944fe-f69c-41e4-afc8-f55319352636" providerId="ADAL" clId="{56C8CE3C-589D-4545-8978-0F11FA3AE3A6}" dt="2026-06-23T01:40:33.274" v="15910" actId="478"/>
          <ac:spMkLst>
            <pc:docMk/>
            <pc:sldMk cId="2364831397" sldId="2147348569"/>
            <ac:spMk id="25" creationId="{5A56C8B6-5563-CBB4-B362-B0949DFC4F5F}"/>
          </ac:spMkLst>
        </pc:spChg>
        <pc:spChg chg="add mod">
          <ac:chgData name="MAKOTO NAKAHARA" userId="906944fe-f69c-41e4-afc8-f55319352636" providerId="ADAL" clId="{56C8CE3C-589D-4545-8978-0F11FA3AE3A6}" dt="2026-06-23T02:28:53.516" v="17422" actId="20577"/>
          <ac:spMkLst>
            <pc:docMk/>
            <pc:sldMk cId="2364831397" sldId="2147348569"/>
            <ac:spMk id="26" creationId="{1E81C9C4-4EE2-50C1-8660-84FDDADA76D5}"/>
          </ac:spMkLst>
        </pc:spChg>
        <pc:spChg chg="del">
          <ac:chgData name="MAKOTO NAKAHARA" userId="906944fe-f69c-41e4-afc8-f55319352636" providerId="ADAL" clId="{56C8CE3C-589D-4545-8978-0F11FA3AE3A6}" dt="2026-06-23T01:46:28.443" v="16302" actId="478"/>
          <ac:spMkLst>
            <pc:docMk/>
            <pc:sldMk cId="2364831397" sldId="2147348569"/>
            <ac:spMk id="28" creationId="{1DD37F12-7FC3-918F-87EF-AE4AC13750FC}"/>
          </ac:spMkLst>
        </pc:spChg>
        <pc:graphicFrameChg chg="add mod modGraphic">
          <ac:chgData name="MAKOTO NAKAHARA" userId="906944fe-f69c-41e4-afc8-f55319352636" providerId="ADAL" clId="{56C8CE3C-589D-4545-8978-0F11FA3AE3A6}" dt="2026-06-23T08:39:09.581" v="17518" actId="14100"/>
          <ac:graphicFrameMkLst>
            <pc:docMk/>
            <pc:sldMk cId="2364831397" sldId="2147348569"/>
            <ac:graphicFrameMk id="3" creationId="{4D25501A-4A5A-B3B2-20A2-B2EB14E0CA55}"/>
          </ac:graphicFrameMkLst>
        </pc:graphicFrameChg>
      </pc:sldChg>
      <pc:sldChg chg="addSp delSp modSp add mod">
        <pc:chgData name="MAKOTO NAKAHARA" userId="906944fe-f69c-41e4-afc8-f55319352636" providerId="ADAL" clId="{56C8CE3C-589D-4545-8978-0F11FA3AE3A6}" dt="2026-06-23T08:41:09.740" v="17552" actId="6549"/>
        <pc:sldMkLst>
          <pc:docMk/>
          <pc:sldMk cId="1893197144" sldId="2147348570"/>
        </pc:sldMkLst>
        <pc:spChg chg="mod">
          <ac:chgData name="MAKOTO NAKAHARA" userId="906944fe-f69c-41e4-afc8-f55319352636" providerId="ADAL" clId="{56C8CE3C-589D-4545-8978-0F11FA3AE3A6}" dt="2026-06-23T01:59:24.897" v="16714"/>
          <ac:spMkLst>
            <pc:docMk/>
            <pc:sldMk cId="1893197144" sldId="2147348570"/>
            <ac:spMk id="2" creationId="{53DE9F26-6C62-6E38-18E4-76B68A049363}"/>
          </ac:spMkLst>
        </pc:spChg>
        <pc:spChg chg="add mod">
          <ac:chgData name="MAKOTO NAKAHARA" userId="906944fe-f69c-41e4-afc8-f55319352636" providerId="ADAL" clId="{56C8CE3C-589D-4545-8978-0F11FA3AE3A6}" dt="2026-06-23T08:39:43.262" v="17544" actId="1076"/>
          <ac:spMkLst>
            <pc:docMk/>
            <pc:sldMk cId="1893197144" sldId="2147348570"/>
            <ac:spMk id="3" creationId="{3FCC492C-233C-1F2E-C614-9AC6C632D7D2}"/>
          </ac:spMkLst>
        </pc:spChg>
        <pc:spChg chg="mod">
          <ac:chgData name="MAKOTO NAKAHARA" userId="906944fe-f69c-41e4-afc8-f55319352636" providerId="ADAL" clId="{56C8CE3C-589D-4545-8978-0F11FA3AE3A6}" dt="2026-06-23T02:01:24.465" v="16771" actId="14100"/>
          <ac:spMkLst>
            <pc:docMk/>
            <pc:sldMk cId="1893197144" sldId="2147348570"/>
            <ac:spMk id="4" creationId="{F013A193-91C0-7068-2D89-407A5D70994B}"/>
          </ac:spMkLst>
        </pc:spChg>
        <pc:spChg chg="mod">
          <ac:chgData name="MAKOTO NAKAHARA" userId="906944fe-f69c-41e4-afc8-f55319352636" providerId="ADAL" clId="{56C8CE3C-589D-4545-8978-0F11FA3AE3A6}" dt="2026-06-23T08:41:04.329" v="17548" actId="6549"/>
          <ac:spMkLst>
            <pc:docMk/>
            <pc:sldMk cId="1893197144" sldId="2147348570"/>
            <ac:spMk id="5" creationId="{1AFEDDFC-7B94-D7A7-A12F-A819DCF1F9DD}"/>
          </ac:spMkLst>
        </pc:spChg>
        <pc:spChg chg="del mod">
          <ac:chgData name="MAKOTO NAKAHARA" userId="906944fe-f69c-41e4-afc8-f55319352636" providerId="ADAL" clId="{56C8CE3C-589D-4545-8978-0F11FA3AE3A6}" dt="2026-06-23T02:01:08.017" v="16767" actId="478"/>
          <ac:spMkLst>
            <pc:docMk/>
            <pc:sldMk cId="1893197144" sldId="2147348570"/>
            <ac:spMk id="7" creationId="{8814295D-8DDC-C707-F3BB-7A3DB0EDDB55}"/>
          </ac:spMkLst>
        </pc:spChg>
        <pc:spChg chg="mod">
          <ac:chgData name="MAKOTO NAKAHARA" userId="906944fe-f69c-41e4-afc8-f55319352636" providerId="ADAL" clId="{56C8CE3C-589D-4545-8978-0F11FA3AE3A6}" dt="2026-06-23T02:01:13.786" v="16768" actId="1076"/>
          <ac:spMkLst>
            <pc:docMk/>
            <pc:sldMk cId="1893197144" sldId="2147348570"/>
            <ac:spMk id="8" creationId="{823F9C9D-84B3-4C77-83A7-39FE45787473}"/>
          </ac:spMkLst>
        </pc:spChg>
        <pc:spChg chg="mod">
          <ac:chgData name="MAKOTO NAKAHARA" userId="906944fe-f69c-41e4-afc8-f55319352636" providerId="ADAL" clId="{56C8CE3C-589D-4545-8978-0F11FA3AE3A6}" dt="2026-06-23T08:41:00.537" v="17546" actId="20577"/>
          <ac:spMkLst>
            <pc:docMk/>
            <pc:sldMk cId="1893197144" sldId="2147348570"/>
            <ac:spMk id="9" creationId="{038447C0-EEFC-5AA0-C748-80FB04BC0A4D}"/>
          </ac:spMkLst>
        </pc:spChg>
        <pc:spChg chg="mod">
          <ac:chgData name="MAKOTO NAKAHARA" userId="906944fe-f69c-41e4-afc8-f55319352636" providerId="ADAL" clId="{56C8CE3C-589D-4545-8978-0F11FA3AE3A6}" dt="2026-06-23T02:01:20.140" v="16770" actId="1076"/>
          <ac:spMkLst>
            <pc:docMk/>
            <pc:sldMk cId="1893197144" sldId="2147348570"/>
            <ac:spMk id="10" creationId="{15261717-4EE8-35EC-29D6-3F4D1E641127}"/>
          </ac:spMkLst>
        </pc:spChg>
        <pc:spChg chg="mod">
          <ac:chgData name="MAKOTO NAKAHARA" userId="906944fe-f69c-41e4-afc8-f55319352636" providerId="ADAL" clId="{56C8CE3C-589D-4545-8978-0F11FA3AE3A6}" dt="2026-06-23T02:00:50.845" v="16764" actId="1076"/>
          <ac:spMkLst>
            <pc:docMk/>
            <pc:sldMk cId="1893197144" sldId="2147348570"/>
            <ac:spMk id="11" creationId="{731E0B51-36CB-F891-E565-CD9823214009}"/>
          </ac:spMkLst>
        </pc:spChg>
        <pc:spChg chg="del">
          <ac:chgData name="MAKOTO NAKAHARA" userId="906944fe-f69c-41e4-afc8-f55319352636" providerId="ADAL" clId="{56C8CE3C-589D-4545-8978-0F11FA3AE3A6}" dt="2026-06-23T02:01:00.972" v="16765" actId="478"/>
          <ac:spMkLst>
            <pc:docMk/>
            <pc:sldMk cId="1893197144" sldId="2147348570"/>
            <ac:spMk id="15" creationId="{2689733E-DD71-A997-5B80-95AE5ECC94DF}"/>
          </ac:spMkLst>
        </pc:spChg>
        <pc:spChg chg="add mod">
          <ac:chgData name="MAKOTO NAKAHARA" userId="906944fe-f69c-41e4-afc8-f55319352636" providerId="ADAL" clId="{56C8CE3C-589D-4545-8978-0F11FA3AE3A6}" dt="2026-06-23T08:41:07.138" v="17550" actId="6549"/>
          <ac:spMkLst>
            <pc:docMk/>
            <pc:sldMk cId="1893197144" sldId="2147348570"/>
            <ac:spMk id="16" creationId="{DF773D11-1441-FEC0-6C6F-5F0D557011AC}"/>
          </ac:spMkLst>
        </pc:spChg>
        <pc:spChg chg="add mod">
          <ac:chgData name="MAKOTO NAKAHARA" userId="906944fe-f69c-41e4-afc8-f55319352636" providerId="ADAL" clId="{56C8CE3C-589D-4545-8978-0F11FA3AE3A6}" dt="2026-06-23T08:41:09.740" v="17552" actId="6549"/>
          <ac:spMkLst>
            <pc:docMk/>
            <pc:sldMk cId="1893197144" sldId="2147348570"/>
            <ac:spMk id="17" creationId="{D19AD0C1-184B-EAEB-9BC7-5C0ABCFEDB74}"/>
          </ac:spMkLst>
        </pc:spChg>
        <pc:spChg chg="add mod">
          <ac:chgData name="MAKOTO NAKAHARA" userId="906944fe-f69c-41e4-afc8-f55319352636" providerId="ADAL" clId="{56C8CE3C-589D-4545-8978-0F11FA3AE3A6}" dt="2026-06-23T02:08:12.144" v="17234" actId="14100"/>
          <ac:spMkLst>
            <pc:docMk/>
            <pc:sldMk cId="1893197144" sldId="2147348570"/>
            <ac:spMk id="18" creationId="{E97C54C7-1AC3-B8D0-3A8E-B5CE93BF93D5}"/>
          </ac:spMkLst>
        </pc:spChg>
        <pc:spChg chg="add mod">
          <ac:chgData name="MAKOTO NAKAHARA" userId="906944fe-f69c-41e4-afc8-f55319352636" providerId="ADAL" clId="{56C8CE3C-589D-4545-8978-0F11FA3AE3A6}" dt="2026-06-23T02:08:05.386" v="17232" actId="14100"/>
          <ac:spMkLst>
            <pc:docMk/>
            <pc:sldMk cId="1893197144" sldId="2147348570"/>
            <ac:spMk id="19" creationId="{FD835D3D-52FE-C938-E056-CAFC7B0928CB}"/>
          </ac:spMkLst>
        </pc:spChg>
        <pc:spChg chg="del">
          <ac:chgData name="MAKOTO NAKAHARA" userId="906944fe-f69c-41e4-afc8-f55319352636" providerId="ADAL" clId="{56C8CE3C-589D-4545-8978-0F11FA3AE3A6}" dt="2026-06-23T02:01:05.045" v="16766" actId="478"/>
          <ac:spMkLst>
            <pc:docMk/>
            <pc:sldMk cId="1893197144" sldId="2147348570"/>
            <ac:spMk id="20" creationId="{C083D3FE-D544-8CE3-AF21-8C9D85132443}"/>
          </ac:spMkLst>
        </pc:spChg>
        <pc:graphicFrameChg chg="del">
          <ac:chgData name="MAKOTO NAKAHARA" userId="906944fe-f69c-41e4-afc8-f55319352636" providerId="ADAL" clId="{56C8CE3C-589D-4545-8978-0F11FA3AE3A6}" dt="2026-06-23T01:59:47.633" v="16715" actId="478"/>
          <ac:graphicFrameMkLst>
            <pc:docMk/>
            <pc:sldMk cId="1893197144" sldId="2147348570"/>
            <ac:graphicFrameMk id="3" creationId="{203E472D-06DB-D4D0-BA75-BC9166F50AAB}"/>
          </ac:graphicFrameMkLst>
        </pc:graphicFrameChg>
      </pc:sldChg>
      <pc:sldChg chg="modSp add del mod ord">
        <pc:chgData name="MAKOTO NAKAHARA" userId="906944fe-f69c-41e4-afc8-f55319352636" providerId="ADAL" clId="{56C8CE3C-589D-4545-8978-0F11FA3AE3A6}" dt="2026-06-23T08:53:42.309" v="17553" actId="47"/>
        <pc:sldMkLst>
          <pc:docMk/>
          <pc:sldMk cId="1975407278" sldId="2147348571"/>
        </pc:sldMkLst>
        <pc:spChg chg="mod">
          <ac:chgData name="MAKOTO NAKAHARA" userId="906944fe-f69c-41e4-afc8-f55319352636" providerId="ADAL" clId="{56C8CE3C-589D-4545-8978-0F11FA3AE3A6}" dt="2026-06-23T02:49:14.295" v="17444" actId="20577"/>
          <ac:spMkLst>
            <pc:docMk/>
            <pc:sldMk cId="1975407278" sldId="2147348571"/>
            <ac:spMk id="2" creationId="{459455FC-8991-437E-7754-FB90DCE266AB}"/>
          </ac:spMkLst>
        </pc:spChg>
        <pc:spChg chg="mod">
          <ac:chgData name="MAKOTO NAKAHARA" userId="906944fe-f69c-41e4-afc8-f55319352636" providerId="ADAL" clId="{56C8CE3C-589D-4545-8978-0F11FA3AE3A6}" dt="2026-06-23T02:51:30.507" v="17517"/>
          <ac:spMkLst>
            <pc:docMk/>
            <pc:sldMk cId="1975407278" sldId="2147348571"/>
            <ac:spMk id="3" creationId="{06CAFF92-A1A4-62ED-E72F-6F79A3142892}"/>
          </ac:spMkLst>
        </pc:spChg>
      </pc:sldChg>
    </pc:docChg>
  </pc:docChgLst>
  <pc:docChgLst>
    <pc:chgData name="MAKOTO NAKAHARA" userId="906944fe-f69c-41e4-afc8-f55319352636" providerId="ADAL" clId="{CB0CD2FD-D2FC-4D47-8BC5-A18A86D24351}"/>
    <pc:docChg chg="undo custSel addSld delSld modSld sldOrd addSection">
      <pc:chgData name="MAKOTO NAKAHARA" userId="906944fe-f69c-41e4-afc8-f55319352636" providerId="ADAL" clId="{CB0CD2FD-D2FC-4D47-8BC5-A18A86D24351}" dt="2026-02-25T05:53:25.742" v="8490" actId="20577"/>
      <pc:docMkLst>
        <pc:docMk/>
      </pc:docMkLst>
      <pc:sldChg chg="modSp mod">
        <pc:chgData name="MAKOTO NAKAHARA" userId="906944fe-f69c-41e4-afc8-f55319352636" providerId="ADAL" clId="{CB0CD2FD-D2FC-4D47-8BC5-A18A86D24351}" dt="2026-02-18T00:51:58.981" v="80" actId="14100"/>
        <pc:sldMkLst>
          <pc:docMk/>
          <pc:sldMk cId="615741897" sldId="2147348491"/>
        </pc:sldMkLst>
      </pc:sldChg>
      <pc:sldChg chg="addSp delSp modSp mod">
        <pc:chgData name="MAKOTO NAKAHARA" userId="906944fe-f69c-41e4-afc8-f55319352636" providerId="ADAL" clId="{CB0CD2FD-D2FC-4D47-8BC5-A18A86D24351}" dt="2026-02-25T04:40:25.196" v="6848" actId="1076"/>
        <pc:sldMkLst>
          <pc:docMk/>
          <pc:sldMk cId="2190222171" sldId="2147348537"/>
        </pc:sldMkLst>
      </pc:sldChg>
      <pc:sldChg chg="del">
        <pc:chgData name="MAKOTO NAKAHARA" userId="906944fe-f69c-41e4-afc8-f55319352636" providerId="ADAL" clId="{CB0CD2FD-D2FC-4D47-8BC5-A18A86D24351}" dt="2026-02-25T04:42:14.573" v="6966" actId="47"/>
        <pc:sldMkLst>
          <pc:docMk/>
          <pc:sldMk cId="2710791635" sldId="2147348538"/>
        </pc:sldMkLst>
      </pc:sldChg>
      <pc:sldChg chg="del">
        <pc:chgData name="MAKOTO NAKAHARA" userId="906944fe-f69c-41e4-afc8-f55319352636" providerId="ADAL" clId="{CB0CD2FD-D2FC-4D47-8BC5-A18A86D24351}" dt="2026-02-25T04:42:14.573" v="6966" actId="47"/>
        <pc:sldMkLst>
          <pc:docMk/>
          <pc:sldMk cId="2104462566" sldId="2147348540"/>
        </pc:sldMkLst>
      </pc:sldChg>
      <pc:sldChg chg="del">
        <pc:chgData name="MAKOTO NAKAHARA" userId="906944fe-f69c-41e4-afc8-f55319352636" providerId="ADAL" clId="{CB0CD2FD-D2FC-4D47-8BC5-A18A86D24351}" dt="2026-02-25T04:42:14.573" v="6966" actId="47"/>
        <pc:sldMkLst>
          <pc:docMk/>
          <pc:sldMk cId="3378786180" sldId="2147348541"/>
        </pc:sldMkLst>
      </pc:sldChg>
      <pc:sldChg chg="del">
        <pc:chgData name="MAKOTO NAKAHARA" userId="906944fe-f69c-41e4-afc8-f55319352636" providerId="ADAL" clId="{CB0CD2FD-D2FC-4D47-8BC5-A18A86D24351}" dt="2026-02-25T04:42:14.573" v="6966" actId="47"/>
        <pc:sldMkLst>
          <pc:docMk/>
          <pc:sldMk cId="771211403" sldId="2147348542"/>
        </pc:sldMkLst>
      </pc:sldChg>
      <pc:sldChg chg="del">
        <pc:chgData name="MAKOTO NAKAHARA" userId="906944fe-f69c-41e4-afc8-f55319352636" providerId="ADAL" clId="{CB0CD2FD-D2FC-4D47-8BC5-A18A86D24351}" dt="2026-02-25T04:42:14.573" v="6966" actId="47"/>
        <pc:sldMkLst>
          <pc:docMk/>
          <pc:sldMk cId="715423762" sldId="2147348543"/>
        </pc:sldMkLst>
      </pc:sldChg>
      <pc:sldChg chg="add del">
        <pc:chgData name="MAKOTO NAKAHARA" userId="906944fe-f69c-41e4-afc8-f55319352636" providerId="ADAL" clId="{CB0CD2FD-D2FC-4D47-8BC5-A18A86D24351}" dt="2026-02-25T04:42:14.573" v="6966" actId="47"/>
        <pc:sldMkLst>
          <pc:docMk/>
          <pc:sldMk cId="1757058053" sldId="2147348544"/>
        </pc:sldMkLst>
      </pc:sldChg>
      <pc:sldChg chg="new del">
        <pc:chgData name="MAKOTO NAKAHARA" userId="906944fe-f69c-41e4-afc8-f55319352636" providerId="ADAL" clId="{CB0CD2FD-D2FC-4D47-8BC5-A18A86D24351}" dt="2026-02-25T04:42:17.531" v="6967" actId="47"/>
        <pc:sldMkLst>
          <pc:docMk/>
          <pc:sldMk cId="3711532673" sldId="2147348545"/>
        </pc:sldMkLst>
      </pc:sldChg>
      <pc:sldChg chg="new del">
        <pc:chgData name="MAKOTO NAKAHARA" userId="906944fe-f69c-41e4-afc8-f55319352636" providerId="ADAL" clId="{CB0CD2FD-D2FC-4D47-8BC5-A18A86D24351}" dt="2026-02-25T04:42:17.531" v="6967" actId="47"/>
        <pc:sldMkLst>
          <pc:docMk/>
          <pc:sldMk cId="1706671414" sldId="2147348546"/>
        </pc:sldMkLst>
      </pc:sldChg>
      <pc:sldChg chg="addSp delSp modSp add mod">
        <pc:chgData name="MAKOTO NAKAHARA" userId="906944fe-f69c-41e4-afc8-f55319352636" providerId="ADAL" clId="{CB0CD2FD-D2FC-4D47-8BC5-A18A86D24351}" dt="2026-02-19T07:51:45.068" v="5560" actId="20577"/>
        <pc:sldMkLst>
          <pc:docMk/>
          <pc:sldMk cId="1356021990" sldId="2147348547"/>
        </pc:sldMkLst>
      </pc:sldChg>
      <pc:sldChg chg="modSp add mod">
        <pc:chgData name="MAKOTO NAKAHARA" userId="906944fe-f69c-41e4-afc8-f55319352636" providerId="ADAL" clId="{CB0CD2FD-D2FC-4D47-8BC5-A18A86D24351}" dt="2026-02-19T06:29:02.792" v="3007" actId="20577"/>
        <pc:sldMkLst>
          <pc:docMk/>
          <pc:sldMk cId="215824944" sldId="2147348548"/>
        </pc:sldMkLst>
      </pc:sldChg>
      <pc:sldChg chg="modSp add del mod ord">
        <pc:chgData name="MAKOTO NAKAHARA" userId="906944fe-f69c-41e4-afc8-f55319352636" providerId="ADAL" clId="{CB0CD2FD-D2FC-4D47-8BC5-A18A86D24351}" dt="2026-02-19T04:56:25.136" v="2076" actId="47"/>
        <pc:sldMkLst>
          <pc:docMk/>
          <pc:sldMk cId="2164013584" sldId="2147348548"/>
        </pc:sldMkLst>
      </pc:sldChg>
      <pc:sldChg chg="modSp add mod">
        <pc:chgData name="MAKOTO NAKAHARA" userId="906944fe-f69c-41e4-afc8-f55319352636" providerId="ADAL" clId="{CB0CD2FD-D2FC-4D47-8BC5-A18A86D24351}" dt="2026-02-19T05:03:59.540" v="2359" actId="6549"/>
        <pc:sldMkLst>
          <pc:docMk/>
          <pc:sldMk cId="2991155334" sldId="2147348549"/>
        </pc:sldMkLst>
      </pc:sldChg>
      <pc:sldChg chg="addSp delSp modSp add mod ord">
        <pc:chgData name="MAKOTO NAKAHARA" userId="906944fe-f69c-41e4-afc8-f55319352636" providerId="ADAL" clId="{CB0CD2FD-D2FC-4D47-8BC5-A18A86D24351}" dt="2026-02-25T04:41:58.900" v="6965" actId="1076"/>
        <pc:sldMkLst>
          <pc:docMk/>
          <pc:sldMk cId="3622164127" sldId="2147348550"/>
        </pc:sldMkLst>
      </pc:sldChg>
      <pc:sldChg chg="modSp add del mod">
        <pc:chgData name="MAKOTO NAKAHARA" userId="906944fe-f69c-41e4-afc8-f55319352636" providerId="ADAL" clId="{CB0CD2FD-D2FC-4D47-8BC5-A18A86D24351}" dt="2026-02-19T07:47:58.127" v="5401" actId="47"/>
        <pc:sldMkLst>
          <pc:docMk/>
          <pc:sldMk cId="3649914406" sldId="2147348551"/>
        </pc:sldMkLst>
      </pc:sldChg>
      <pc:sldChg chg="modSp add del mod ord">
        <pc:chgData name="MAKOTO NAKAHARA" userId="906944fe-f69c-41e4-afc8-f55319352636" providerId="ADAL" clId="{CB0CD2FD-D2FC-4D47-8BC5-A18A86D24351}" dt="2026-02-19T07:48:02.256" v="5402" actId="47"/>
        <pc:sldMkLst>
          <pc:docMk/>
          <pc:sldMk cId="429791959" sldId="2147348552"/>
        </pc:sldMkLst>
      </pc:sldChg>
      <pc:sldChg chg="modSp add mod">
        <pc:chgData name="MAKOTO NAKAHARA" userId="906944fe-f69c-41e4-afc8-f55319352636" providerId="ADAL" clId="{CB0CD2FD-D2FC-4D47-8BC5-A18A86D24351}" dt="2026-02-19T07:51:51.391" v="5574" actId="20577"/>
        <pc:sldMkLst>
          <pc:docMk/>
          <pc:sldMk cId="739945472" sldId="2147348553"/>
        </pc:sldMkLst>
      </pc:sldChg>
      <pc:sldChg chg="modSp add mod">
        <pc:chgData name="MAKOTO NAKAHARA" userId="906944fe-f69c-41e4-afc8-f55319352636" providerId="ADAL" clId="{CB0CD2FD-D2FC-4D47-8BC5-A18A86D24351}" dt="2026-02-19T07:57:29.434" v="5899" actId="20577"/>
        <pc:sldMkLst>
          <pc:docMk/>
          <pc:sldMk cId="145623097" sldId="2147348554"/>
        </pc:sldMkLst>
      </pc:sldChg>
      <pc:sldChg chg="delSp modSp add mod ord">
        <pc:chgData name="MAKOTO NAKAHARA" userId="906944fe-f69c-41e4-afc8-f55319352636" providerId="ADAL" clId="{CB0CD2FD-D2FC-4D47-8BC5-A18A86D24351}" dt="2026-02-25T05:53:25.742" v="8490" actId="20577"/>
        <pc:sldMkLst>
          <pc:docMk/>
          <pc:sldMk cId="768623957" sldId="2147348555"/>
        </pc:sldMkLst>
      </pc:sldChg>
      <pc:sldChg chg="add">
        <pc:chgData name="MAKOTO NAKAHARA" userId="906944fe-f69c-41e4-afc8-f55319352636" providerId="ADAL" clId="{CB0CD2FD-D2FC-4D47-8BC5-A18A86D24351}" dt="2026-02-25T04:42:40.560" v="6968"/>
        <pc:sldMkLst>
          <pc:docMk/>
          <pc:sldMk cId="1682027864" sldId="2147348556"/>
        </pc:sldMkLst>
      </pc:sldChg>
      <pc:sldChg chg="add">
        <pc:chgData name="MAKOTO NAKAHARA" userId="906944fe-f69c-41e4-afc8-f55319352636" providerId="ADAL" clId="{CB0CD2FD-D2FC-4D47-8BC5-A18A86D24351}" dt="2026-02-25T05:14:21.469" v="7750"/>
        <pc:sldMkLst>
          <pc:docMk/>
          <pc:sldMk cId="3050168115" sldId="21473485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866D5A-B31C-415A-BA66-8CC716929A1A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7D76517-16F9-46E4-AD73-36976B2169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73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9E4C063-2A90-45F8-AF3E-94DC4613D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52" y="845443"/>
            <a:ext cx="2793742" cy="51435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76263" y="1294731"/>
            <a:ext cx="6095742" cy="16755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385" cap="none"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Add your document title into this box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fld id="{DC072636-299A-6C46-A669-0ADFB831C07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CA243A-AF94-4046-84FE-8EB37D679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43" y="1"/>
            <a:ext cx="1224244" cy="8354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54886D-7BBD-D241-B213-4ABBEBA26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96" y="6567656"/>
            <a:ext cx="1719377" cy="141529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F5EC2CA6-AFC2-EC4A-8527-C5B9EDA8D5EA}"/>
              </a:ext>
            </a:extLst>
          </p:cNvPr>
          <p:cNvSpPr txBox="1">
            <a:spLocks/>
          </p:cNvSpPr>
          <p:nvPr userDrawn="1"/>
        </p:nvSpPr>
        <p:spPr>
          <a:xfrm>
            <a:off x="10250586" y="6586847"/>
            <a:ext cx="1346313" cy="182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64017" rtl="0" eaLnBrk="1" latinLnBrk="0" hangingPunct="1">
              <a:lnSpc>
                <a:spcPct val="110000"/>
              </a:lnSpc>
              <a:spcBef>
                <a:spcPts val="94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indent="0" algn="ctr" defTabSz="864017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2" cap="all" baseline="0"/>
              <a:t>© Konica Minolta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406CE4D4-48D7-E841-905B-F56F8FA03C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8695" y="3208308"/>
            <a:ext cx="6103310" cy="988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04" b="1" cap="none" baseline="0">
                <a:solidFill>
                  <a:schemeClr val="accent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 lvl="0"/>
            <a:r>
              <a:rPr lang="en-US"/>
              <a:t>Add your optional sub-title into this box</a:t>
            </a:r>
          </a:p>
        </p:txBody>
      </p:sp>
    </p:spTree>
    <p:extLst>
      <p:ext uri="{BB962C8B-B14F-4D97-AF65-F5344CB8AC3E}">
        <p14:creationId xmlns:p14="http://schemas.microsoft.com/office/powerpoint/2010/main" val="1707270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76263" y="1294731"/>
            <a:ext cx="6095742" cy="16755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385" cap="none"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Add your document title into this box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fld id="{DC072636-299A-6C46-A669-0ADFB831C07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CA243A-AF94-4046-84FE-8EB37D679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43" y="1"/>
            <a:ext cx="1224244" cy="8354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54886D-7BBD-D241-B213-4ABBEBA26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96" y="6567656"/>
            <a:ext cx="1719377" cy="141529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F5EC2CA6-AFC2-EC4A-8527-C5B9EDA8D5EA}"/>
              </a:ext>
            </a:extLst>
          </p:cNvPr>
          <p:cNvSpPr txBox="1">
            <a:spLocks/>
          </p:cNvSpPr>
          <p:nvPr userDrawn="1"/>
        </p:nvSpPr>
        <p:spPr>
          <a:xfrm>
            <a:off x="10250586" y="6586847"/>
            <a:ext cx="1346313" cy="182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64017" rtl="0" eaLnBrk="1" latinLnBrk="0" hangingPunct="1">
              <a:lnSpc>
                <a:spcPct val="110000"/>
              </a:lnSpc>
              <a:spcBef>
                <a:spcPts val="94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indent="0" algn="ctr" defTabSz="864017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2" cap="all" baseline="0"/>
              <a:t>© Konica Minolta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406CE4D4-48D7-E841-905B-F56F8FA03C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8695" y="3208308"/>
            <a:ext cx="6103310" cy="988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04" b="1" cap="none" baseline="0">
                <a:solidFill>
                  <a:schemeClr val="accent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 lvl="0"/>
            <a:r>
              <a:rPr lang="en-US"/>
              <a:t>Add your optional sub-title into this box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EFBC8128-5425-44B1-834D-F1B353FAD9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20022" y="487428"/>
            <a:ext cx="3255654" cy="6007586"/>
          </a:xfrm>
          <a:prstGeom prst="rect">
            <a:avLst/>
          </a:prstGeom>
        </p:spPr>
      </p:pic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D8A5006F-7C6E-4111-85D7-65104A2070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4865" y="676855"/>
            <a:ext cx="3049055" cy="5521495"/>
          </a:xfrm>
          <a:custGeom>
            <a:avLst/>
            <a:gdLst>
              <a:gd name="connsiteX0" fmla="*/ 0 w 3046538"/>
              <a:gd name="connsiteY0" fmla="*/ 5486362 h 5486362"/>
              <a:gd name="connsiteX1" fmla="*/ 761635 w 3046538"/>
              <a:gd name="connsiteY1" fmla="*/ 0 h 5486362"/>
              <a:gd name="connsiteX2" fmla="*/ 2284904 w 3046538"/>
              <a:gd name="connsiteY2" fmla="*/ 0 h 5486362"/>
              <a:gd name="connsiteX3" fmla="*/ 3046538 w 3046538"/>
              <a:gd name="connsiteY3" fmla="*/ 5486362 h 5486362"/>
              <a:gd name="connsiteX4" fmla="*/ 0 w 3046538"/>
              <a:gd name="connsiteY4" fmla="*/ 5486362 h 5486362"/>
              <a:gd name="connsiteX0" fmla="*/ 0 w 3046538"/>
              <a:gd name="connsiteY0" fmla="*/ 5486362 h 5486362"/>
              <a:gd name="connsiteX1" fmla="*/ 59108 w 3046538"/>
              <a:gd name="connsiteY1" fmla="*/ 1527717 h 5486362"/>
              <a:gd name="connsiteX2" fmla="*/ 2284904 w 3046538"/>
              <a:gd name="connsiteY2" fmla="*/ 0 h 5486362"/>
              <a:gd name="connsiteX3" fmla="*/ 3046538 w 3046538"/>
              <a:gd name="connsiteY3" fmla="*/ 5486362 h 5486362"/>
              <a:gd name="connsiteX4" fmla="*/ 0 w 3046538"/>
              <a:gd name="connsiteY4" fmla="*/ 5486362 h 5486362"/>
              <a:gd name="connsiteX0" fmla="*/ 35895 w 2987430"/>
              <a:gd name="connsiteY0" fmla="*/ 3817879 h 5486362"/>
              <a:gd name="connsiteX1" fmla="*/ 0 w 2987430"/>
              <a:gd name="connsiteY1" fmla="*/ 1527717 h 5486362"/>
              <a:gd name="connsiteX2" fmla="*/ 2225796 w 2987430"/>
              <a:gd name="connsiteY2" fmla="*/ 0 h 5486362"/>
              <a:gd name="connsiteX3" fmla="*/ 2987430 w 2987430"/>
              <a:gd name="connsiteY3" fmla="*/ 5486362 h 5486362"/>
              <a:gd name="connsiteX4" fmla="*/ 35895 w 2987430"/>
              <a:gd name="connsiteY4" fmla="*/ 3817879 h 5486362"/>
              <a:gd name="connsiteX0" fmla="*/ 35895 w 3011181"/>
              <a:gd name="connsiteY0" fmla="*/ 3817879 h 5450736"/>
              <a:gd name="connsiteX1" fmla="*/ 0 w 3011181"/>
              <a:gd name="connsiteY1" fmla="*/ 1527717 h 5450736"/>
              <a:gd name="connsiteX2" fmla="*/ 2225796 w 3011181"/>
              <a:gd name="connsiteY2" fmla="*/ 0 h 5450736"/>
              <a:gd name="connsiteX3" fmla="*/ 3011181 w 3011181"/>
              <a:gd name="connsiteY3" fmla="*/ 5450736 h 5450736"/>
              <a:gd name="connsiteX4" fmla="*/ 35895 w 3011181"/>
              <a:gd name="connsiteY4" fmla="*/ 3817879 h 5450736"/>
              <a:gd name="connsiteX0" fmla="*/ 35895 w 3011181"/>
              <a:gd name="connsiteY0" fmla="*/ 3806004 h 5438861"/>
              <a:gd name="connsiteX1" fmla="*/ 0 w 3011181"/>
              <a:gd name="connsiteY1" fmla="*/ 1515842 h 5438861"/>
              <a:gd name="connsiteX2" fmla="*/ 2956128 w 3011181"/>
              <a:gd name="connsiteY2" fmla="*/ 0 h 5438861"/>
              <a:gd name="connsiteX3" fmla="*/ 3011181 w 3011181"/>
              <a:gd name="connsiteY3" fmla="*/ 5438861 h 5438861"/>
              <a:gd name="connsiteX4" fmla="*/ 35895 w 3011181"/>
              <a:gd name="connsiteY4" fmla="*/ 3806004 h 5438861"/>
              <a:gd name="connsiteX0" fmla="*/ 35895 w 3011181"/>
              <a:gd name="connsiteY0" fmla="*/ 3634148 h 5267005"/>
              <a:gd name="connsiteX1" fmla="*/ 0 w 3011181"/>
              <a:gd name="connsiteY1" fmla="*/ 1343986 h 5267005"/>
              <a:gd name="connsiteX2" fmla="*/ 2866750 w 3011181"/>
              <a:gd name="connsiteY2" fmla="*/ 0 h 5267005"/>
              <a:gd name="connsiteX3" fmla="*/ 3011181 w 3011181"/>
              <a:gd name="connsiteY3" fmla="*/ 5267005 h 5267005"/>
              <a:gd name="connsiteX4" fmla="*/ 35895 w 3011181"/>
              <a:gd name="connsiteY4" fmla="*/ 3634148 h 5267005"/>
              <a:gd name="connsiteX0" fmla="*/ 0 w 2975286"/>
              <a:gd name="connsiteY0" fmla="*/ 3634148 h 5267005"/>
              <a:gd name="connsiteX1" fmla="*/ 5356 w 2975286"/>
              <a:gd name="connsiteY1" fmla="*/ 1453974 h 5267005"/>
              <a:gd name="connsiteX2" fmla="*/ 2830855 w 2975286"/>
              <a:gd name="connsiteY2" fmla="*/ 0 h 5267005"/>
              <a:gd name="connsiteX3" fmla="*/ 2975286 w 2975286"/>
              <a:gd name="connsiteY3" fmla="*/ 5267005 h 5267005"/>
              <a:gd name="connsiteX4" fmla="*/ 0 w 2975286"/>
              <a:gd name="connsiteY4" fmla="*/ 3634148 h 5267005"/>
              <a:gd name="connsiteX0" fmla="*/ 49689 w 2969974"/>
              <a:gd name="connsiteY0" fmla="*/ 3654770 h 5267005"/>
              <a:gd name="connsiteX1" fmla="*/ 44 w 2969974"/>
              <a:gd name="connsiteY1" fmla="*/ 1453974 h 5267005"/>
              <a:gd name="connsiteX2" fmla="*/ 2825543 w 2969974"/>
              <a:gd name="connsiteY2" fmla="*/ 0 h 5267005"/>
              <a:gd name="connsiteX3" fmla="*/ 2969974 w 2969974"/>
              <a:gd name="connsiteY3" fmla="*/ 5267005 h 5267005"/>
              <a:gd name="connsiteX4" fmla="*/ 49689 w 2969974"/>
              <a:gd name="connsiteY4" fmla="*/ 3654770 h 5267005"/>
              <a:gd name="connsiteX0" fmla="*/ 35952 w 2969988"/>
              <a:gd name="connsiteY0" fmla="*/ 3658208 h 5267005"/>
              <a:gd name="connsiteX1" fmla="*/ 58 w 2969988"/>
              <a:gd name="connsiteY1" fmla="*/ 1453974 h 5267005"/>
              <a:gd name="connsiteX2" fmla="*/ 2825557 w 2969988"/>
              <a:gd name="connsiteY2" fmla="*/ 0 h 5267005"/>
              <a:gd name="connsiteX3" fmla="*/ 2969988 w 2969988"/>
              <a:gd name="connsiteY3" fmla="*/ 5267005 h 5267005"/>
              <a:gd name="connsiteX4" fmla="*/ 35952 w 2969988"/>
              <a:gd name="connsiteY4" fmla="*/ 3658208 h 5267005"/>
              <a:gd name="connsiteX0" fmla="*/ 39385 w 2973421"/>
              <a:gd name="connsiteY0" fmla="*/ 3658208 h 5267005"/>
              <a:gd name="connsiteX1" fmla="*/ 54 w 2973421"/>
              <a:gd name="connsiteY1" fmla="*/ 1447100 h 5267005"/>
              <a:gd name="connsiteX2" fmla="*/ 2828990 w 2973421"/>
              <a:gd name="connsiteY2" fmla="*/ 0 h 5267005"/>
              <a:gd name="connsiteX3" fmla="*/ 2973421 w 2973421"/>
              <a:gd name="connsiteY3" fmla="*/ 5267005 h 5267005"/>
              <a:gd name="connsiteX4" fmla="*/ 39385 w 2973421"/>
              <a:gd name="connsiteY4" fmla="*/ 3658208 h 5267005"/>
              <a:gd name="connsiteX0" fmla="*/ 39385 w 2973421"/>
              <a:gd name="connsiteY0" fmla="*/ 3658208 h 5267005"/>
              <a:gd name="connsiteX1" fmla="*/ 54 w 2973421"/>
              <a:gd name="connsiteY1" fmla="*/ 1447100 h 5267005"/>
              <a:gd name="connsiteX2" fmla="*/ 2828990 w 2973421"/>
              <a:gd name="connsiteY2" fmla="*/ 0 h 5267005"/>
              <a:gd name="connsiteX3" fmla="*/ 2973421 w 2973421"/>
              <a:gd name="connsiteY3" fmla="*/ 5267005 h 5267005"/>
              <a:gd name="connsiteX4" fmla="*/ 39385 w 2973421"/>
              <a:gd name="connsiteY4" fmla="*/ 3658208 h 5267005"/>
              <a:gd name="connsiteX0" fmla="*/ 39385 w 2973421"/>
              <a:gd name="connsiteY0" fmla="*/ 3658208 h 5267005"/>
              <a:gd name="connsiteX1" fmla="*/ 54 w 2973421"/>
              <a:gd name="connsiteY1" fmla="*/ 1447100 h 5267005"/>
              <a:gd name="connsiteX2" fmla="*/ 2828990 w 2973421"/>
              <a:gd name="connsiteY2" fmla="*/ 0 h 5267005"/>
              <a:gd name="connsiteX3" fmla="*/ 2973421 w 2973421"/>
              <a:gd name="connsiteY3" fmla="*/ 5267005 h 5267005"/>
              <a:gd name="connsiteX4" fmla="*/ 39385 w 2973421"/>
              <a:gd name="connsiteY4" fmla="*/ 3658208 h 5267005"/>
              <a:gd name="connsiteX0" fmla="*/ 39382 w 2973418"/>
              <a:gd name="connsiteY0" fmla="*/ 3658208 h 5267005"/>
              <a:gd name="connsiteX1" fmla="*/ 51 w 2973418"/>
              <a:gd name="connsiteY1" fmla="*/ 1447100 h 5267005"/>
              <a:gd name="connsiteX2" fmla="*/ 2828987 w 2973418"/>
              <a:gd name="connsiteY2" fmla="*/ 0 h 5267005"/>
              <a:gd name="connsiteX3" fmla="*/ 2973418 w 2973418"/>
              <a:gd name="connsiteY3" fmla="*/ 5267005 h 5267005"/>
              <a:gd name="connsiteX4" fmla="*/ 39382 w 2973418"/>
              <a:gd name="connsiteY4" fmla="*/ 3658208 h 5267005"/>
              <a:gd name="connsiteX0" fmla="*/ 39382 w 2973418"/>
              <a:gd name="connsiteY0" fmla="*/ 3658208 h 5267005"/>
              <a:gd name="connsiteX1" fmla="*/ 51 w 2973418"/>
              <a:gd name="connsiteY1" fmla="*/ 1447100 h 5267005"/>
              <a:gd name="connsiteX2" fmla="*/ 2828987 w 2973418"/>
              <a:gd name="connsiteY2" fmla="*/ 0 h 5267005"/>
              <a:gd name="connsiteX3" fmla="*/ 2973418 w 2973418"/>
              <a:gd name="connsiteY3" fmla="*/ 5267005 h 5267005"/>
              <a:gd name="connsiteX4" fmla="*/ 39382 w 2973418"/>
              <a:gd name="connsiteY4" fmla="*/ 3658208 h 5267005"/>
              <a:gd name="connsiteX0" fmla="*/ 39382 w 2973418"/>
              <a:gd name="connsiteY0" fmla="*/ 3658208 h 5267005"/>
              <a:gd name="connsiteX1" fmla="*/ 51 w 2973418"/>
              <a:gd name="connsiteY1" fmla="*/ 1447100 h 5267005"/>
              <a:gd name="connsiteX2" fmla="*/ 2828987 w 2973418"/>
              <a:gd name="connsiteY2" fmla="*/ 0 h 5267005"/>
              <a:gd name="connsiteX3" fmla="*/ 2973418 w 2973418"/>
              <a:gd name="connsiteY3" fmla="*/ 5267005 h 5267005"/>
              <a:gd name="connsiteX4" fmla="*/ 39382 w 2973418"/>
              <a:gd name="connsiteY4" fmla="*/ 3658208 h 5267005"/>
              <a:gd name="connsiteX0" fmla="*/ 380076 w 3314112"/>
              <a:gd name="connsiteY0" fmla="*/ 3658208 h 5404255"/>
              <a:gd name="connsiteX1" fmla="*/ 340745 w 3314112"/>
              <a:gd name="connsiteY1" fmla="*/ 1447100 h 5404255"/>
              <a:gd name="connsiteX2" fmla="*/ 3169681 w 3314112"/>
              <a:gd name="connsiteY2" fmla="*/ 0 h 5404255"/>
              <a:gd name="connsiteX3" fmla="*/ 3314112 w 3314112"/>
              <a:gd name="connsiteY3" fmla="*/ 5267005 h 5404255"/>
              <a:gd name="connsiteX4" fmla="*/ 380076 w 3314112"/>
              <a:gd name="connsiteY4" fmla="*/ 3658208 h 5404255"/>
              <a:gd name="connsiteX0" fmla="*/ 380076 w 3314112"/>
              <a:gd name="connsiteY0" fmla="*/ 3658208 h 5415429"/>
              <a:gd name="connsiteX1" fmla="*/ 340745 w 3314112"/>
              <a:gd name="connsiteY1" fmla="*/ 1447100 h 5415429"/>
              <a:gd name="connsiteX2" fmla="*/ 3169681 w 3314112"/>
              <a:gd name="connsiteY2" fmla="*/ 0 h 5415429"/>
              <a:gd name="connsiteX3" fmla="*/ 3314112 w 3314112"/>
              <a:gd name="connsiteY3" fmla="*/ 5267005 h 5415429"/>
              <a:gd name="connsiteX4" fmla="*/ 380076 w 3314112"/>
              <a:gd name="connsiteY4" fmla="*/ 3658208 h 5415429"/>
              <a:gd name="connsiteX0" fmla="*/ 380076 w 3314112"/>
              <a:gd name="connsiteY0" fmla="*/ 3658208 h 5415429"/>
              <a:gd name="connsiteX1" fmla="*/ 340745 w 3314112"/>
              <a:gd name="connsiteY1" fmla="*/ 1447100 h 5415429"/>
              <a:gd name="connsiteX2" fmla="*/ 3169681 w 3314112"/>
              <a:gd name="connsiteY2" fmla="*/ 0 h 5415429"/>
              <a:gd name="connsiteX3" fmla="*/ 3314112 w 3314112"/>
              <a:gd name="connsiteY3" fmla="*/ 5267005 h 5415429"/>
              <a:gd name="connsiteX4" fmla="*/ 380076 w 3314112"/>
              <a:gd name="connsiteY4" fmla="*/ 3658208 h 5415429"/>
              <a:gd name="connsiteX0" fmla="*/ 251221 w 3185257"/>
              <a:gd name="connsiteY0" fmla="*/ 3658208 h 5415429"/>
              <a:gd name="connsiteX1" fmla="*/ 211890 w 3185257"/>
              <a:gd name="connsiteY1" fmla="*/ 1447100 h 5415429"/>
              <a:gd name="connsiteX2" fmla="*/ 3040826 w 3185257"/>
              <a:gd name="connsiteY2" fmla="*/ 0 h 5415429"/>
              <a:gd name="connsiteX3" fmla="*/ 3185257 w 3185257"/>
              <a:gd name="connsiteY3" fmla="*/ 5267005 h 5415429"/>
              <a:gd name="connsiteX4" fmla="*/ 251221 w 3185257"/>
              <a:gd name="connsiteY4" fmla="*/ 3658208 h 5415429"/>
              <a:gd name="connsiteX0" fmla="*/ 252797 w 3186833"/>
              <a:gd name="connsiteY0" fmla="*/ 3658208 h 5415429"/>
              <a:gd name="connsiteX1" fmla="*/ 213466 w 3186833"/>
              <a:gd name="connsiteY1" fmla="*/ 1447100 h 5415429"/>
              <a:gd name="connsiteX2" fmla="*/ 3042402 w 3186833"/>
              <a:gd name="connsiteY2" fmla="*/ 0 h 5415429"/>
              <a:gd name="connsiteX3" fmla="*/ 3186833 w 3186833"/>
              <a:gd name="connsiteY3" fmla="*/ 5267005 h 5415429"/>
              <a:gd name="connsiteX4" fmla="*/ 252797 w 3186833"/>
              <a:gd name="connsiteY4" fmla="*/ 3658208 h 5415429"/>
              <a:gd name="connsiteX0" fmla="*/ 237769 w 3171805"/>
              <a:gd name="connsiteY0" fmla="*/ 3658208 h 5415429"/>
              <a:gd name="connsiteX1" fmla="*/ 198438 w 3171805"/>
              <a:gd name="connsiteY1" fmla="*/ 1447100 h 5415429"/>
              <a:gd name="connsiteX2" fmla="*/ 3027374 w 3171805"/>
              <a:gd name="connsiteY2" fmla="*/ 0 h 5415429"/>
              <a:gd name="connsiteX3" fmla="*/ 3171805 w 3171805"/>
              <a:gd name="connsiteY3" fmla="*/ 5267005 h 5415429"/>
              <a:gd name="connsiteX4" fmla="*/ 237769 w 3171805"/>
              <a:gd name="connsiteY4" fmla="*/ 3658208 h 5415429"/>
              <a:gd name="connsiteX0" fmla="*/ 237769 w 3171805"/>
              <a:gd name="connsiteY0" fmla="*/ 3658208 h 5267005"/>
              <a:gd name="connsiteX1" fmla="*/ 198438 w 3171805"/>
              <a:gd name="connsiteY1" fmla="*/ 1447100 h 5267005"/>
              <a:gd name="connsiteX2" fmla="*/ 3027374 w 3171805"/>
              <a:gd name="connsiteY2" fmla="*/ 0 h 5267005"/>
              <a:gd name="connsiteX3" fmla="*/ 3171805 w 3171805"/>
              <a:gd name="connsiteY3" fmla="*/ 5267005 h 5267005"/>
              <a:gd name="connsiteX4" fmla="*/ 237769 w 3171805"/>
              <a:gd name="connsiteY4" fmla="*/ 3658208 h 5267005"/>
              <a:gd name="connsiteX0" fmla="*/ 237769 w 3085865"/>
              <a:gd name="connsiteY0" fmla="*/ 3658208 h 5222322"/>
              <a:gd name="connsiteX1" fmla="*/ 198438 w 3085865"/>
              <a:gd name="connsiteY1" fmla="*/ 1447100 h 5222322"/>
              <a:gd name="connsiteX2" fmla="*/ 3027374 w 3085865"/>
              <a:gd name="connsiteY2" fmla="*/ 0 h 5222322"/>
              <a:gd name="connsiteX3" fmla="*/ 3085865 w 3085865"/>
              <a:gd name="connsiteY3" fmla="*/ 5222322 h 5222322"/>
              <a:gd name="connsiteX4" fmla="*/ 237769 w 3085865"/>
              <a:gd name="connsiteY4" fmla="*/ 3658208 h 5222322"/>
              <a:gd name="connsiteX0" fmla="*/ 237769 w 3079515"/>
              <a:gd name="connsiteY0" fmla="*/ 3658208 h 5219147"/>
              <a:gd name="connsiteX1" fmla="*/ 198438 w 3079515"/>
              <a:gd name="connsiteY1" fmla="*/ 1447100 h 5219147"/>
              <a:gd name="connsiteX2" fmla="*/ 3027374 w 3079515"/>
              <a:gd name="connsiteY2" fmla="*/ 0 h 5219147"/>
              <a:gd name="connsiteX3" fmla="*/ 3079515 w 3079515"/>
              <a:gd name="connsiteY3" fmla="*/ 5219147 h 5219147"/>
              <a:gd name="connsiteX4" fmla="*/ 237769 w 3079515"/>
              <a:gd name="connsiteY4" fmla="*/ 3658208 h 5219147"/>
              <a:gd name="connsiteX0" fmla="*/ 39373 w 2881119"/>
              <a:gd name="connsiteY0" fmla="*/ 3658208 h 5219147"/>
              <a:gd name="connsiteX1" fmla="*/ 42 w 2881119"/>
              <a:gd name="connsiteY1" fmla="*/ 1447100 h 5219147"/>
              <a:gd name="connsiteX2" fmla="*/ 2828978 w 2881119"/>
              <a:gd name="connsiteY2" fmla="*/ 0 h 5219147"/>
              <a:gd name="connsiteX3" fmla="*/ 2881119 w 2881119"/>
              <a:gd name="connsiteY3" fmla="*/ 5219147 h 5219147"/>
              <a:gd name="connsiteX4" fmla="*/ 39373 w 2881119"/>
              <a:gd name="connsiteY4" fmla="*/ 3658208 h 5219147"/>
              <a:gd name="connsiteX0" fmla="*/ 39373 w 2881119"/>
              <a:gd name="connsiteY0" fmla="*/ 3604240 h 5165179"/>
              <a:gd name="connsiteX1" fmla="*/ 42 w 2881119"/>
              <a:gd name="connsiteY1" fmla="*/ 1393132 h 5165179"/>
              <a:gd name="connsiteX2" fmla="*/ 2800403 w 2881119"/>
              <a:gd name="connsiteY2" fmla="*/ 0 h 5165179"/>
              <a:gd name="connsiteX3" fmla="*/ 2881119 w 2881119"/>
              <a:gd name="connsiteY3" fmla="*/ 5165179 h 5165179"/>
              <a:gd name="connsiteX4" fmla="*/ 39373 w 2881119"/>
              <a:gd name="connsiteY4" fmla="*/ 3604240 h 5165179"/>
              <a:gd name="connsiteX0" fmla="*/ 39373 w 2881119"/>
              <a:gd name="connsiteY0" fmla="*/ 3658208 h 5219147"/>
              <a:gd name="connsiteX1" fmla="*/ 42 w 2881119"/>
              <a:gd name="connsiteY1" fmla="*/ 1447100 h 5219147"/>
              <a:gd name="connsiteX2" fmla="*/ 2832153 w 2881119"/>
              <a:gd name="connsiteY2" fmla="*/ 0 h 5219147"/>
              <a:gd name="connsiteX3" fmla="*/ 2881119 w 2881119"/>
              <a:gd name="connsiteY3" fmla="*/ 5219147 h 5219147"/>
              <a:gd name="connsiteX4" fmla="*/ 39373 w 2881119"/>
              <a:gd name="connsiteY4" fmla="*/ 3658208 h 521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1119" h="5219147">
                <a:moveTo>
                  <a:pt x="39373" y="3658208"/>
                </a:moveTo>
                <a:cubicBezTo>
                  <a:pt x="31951" y="3327462"/>
                  <a:pt x="-1342" y="1926644"/>
                  <a:pt x="42" y="1447100"/>
                </a:cubicBezTo>
                <a:cubicBezTo>
                  <a:pt x="-2318" y="1449368"/>
                  <a:pt x="1889174" y="482367"/>
                  <a:pt x="2832153" y="0"/>
                </a:cubicBezTo>
                <a:lnTo>
                  <a:pt x="2881119" y="5219147"/>
                </a:lnTo>
                <a:lnTo>
                  <a:pt x="39373" y="3658208"/>
                </a:lnTo>
                <a:close/>
              </a:path>
            </a:pathLst>
          </a:custGeom>
          <a:noFill/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a picture here</a:t>
            </a:r>
          </a:p>
        </p:txBody>
      </p:sp>
    </p:spTree>
    <p:extLst>
      <p:ext uri="{BB962C8B-B14F-4D97-AF65-F5344CB8AC3E}">
        <p14:creationId xmlns:p14="http://schemas.microsoft.com/office/powerpoint/2010/main" val="1924355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CCE050-00CC-0F4E-BCF6-07C35C6DD4FB}"/>
              </a:ext>
            </a:extLst>
          </p:cNvPr>
          <p:cNvSpPr/>
          <p:nvPr/>
        </p:nvSpPr>
        <p:spPr>
          <a:xfrm>
            <a:off x="0" y="0"/>
            <a:ext cx="4990889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4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76263" y="1176800"/>
            <a:ext cx="3771740" cy="157271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2327" cap="none">
                <a:solidFill>
                  <a:schemeClr val="accent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Add your section title into this box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3DD1255-DAEB-2949-B192-4855648B78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8381" y="2327422"/>
            <a:ext cx="2839256" cy="25843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These slides look best when they have an image, to add an image use the ‘Format Background’ or ‘Slide Background’ option.</a:t>
            </a:r>
          </a:p>
          <a:p>
            <a:pPr lvl="0"/>
            <a:r>
              <a:rPr lang="en-US"/>
              <a:t>Then delete this instruction box</a:t>
            </a:r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id="{4836E8A5-8E6F-4960-8477-D3938C9853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43" y="1"/>
            <a:ext cx="1224244" cy="83540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16ECBF6-BDB4-45CB-AD46-C7650B6C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fld id="{DC072636-299A-6C46-A669-0ADFB831C0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3D867D3-7373-4F51-BB58-FB730F4DA8E4}"/>
              </a:ext>
            </a:extLst>
          </p:cNvPr>
          <p:cNvSpPr txBox="1">
            <a:spLocks/>
          </p:cNvSpPr>
          <p:nvPr userDrawn="1"/>
        </p:nvSpPr>
        <p:spPr>
          <a:xfrm>
            <a:off x="10250586" y="6586847"/>
            <a:ext cx="1346313" cy="182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64017" rtl="0" eaLnBrk="1" latinLnBrk="0" hangingPunct="1">
              <a:lnSpc>
                <a:spcPct val="110000"/>
              </a:lnSpc>
              <a:spcBef>
                <a:spcPts val="94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indent="0" algn="ctr" defTabSz="864017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2" cap="all" baseline="0"/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3686051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u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884" y="1942096"/>
            <a:ext cx="670531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831CBE3-B43D-4071-96C3-C3BB707B2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884" y="196655"/>
            <a:ext cx="7467360" cy="735822"/>
          </a:xfrm>
          <a:prstGeom prst="rect">
            <a:avLst/>
          </a:prstGeom>
        </p:spPr>
        <p:txBody>
          <a:bodyPr/>
          <a:lstStyle>
            <a:lvl1pPr>
              <a:defRPr cap="none"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D050AC-9092-49AA-A509-5A2852E56AF4}"/>
              </a:ext>
            </a:extLst>
          </p:cNvPr>
          <p:cNvSpPr/>
          <p:nvPr userDrawn="1"/>
        </p:nvSpPr>
        <p:spPr>
          <a:xfrm>
            <a:off x="0" y="0"/>
            <a:ext cx="14515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4"/>
          </a:p>
        </p:txBody>
      </p:sp>
      <p:pic>
        <p:nvPicPr>
          <p:cNvPr id="19" name="Picture 10">
            <a:extLst>
              <a:ext uri="{FF2B5EF4-FFF2-40B4-BE49-F238E27FC236}">
                <a16:creationId xmlns:a16="http://schemas.microsoft.com/office/drawing/2014/main" id="{D23B59F4-124A-45FA-904F-0504555B12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43" y="1"/>
            <a:ext cx="1224244" cy="83540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F2B409D-1C14-4283-87E4-3854D371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fld id="{DC072636-299A-6C46-A669-0ADFB831C0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C218593-2F40-472D-A4DF-ACF0D19C03FA}"/>
              </a:ext>
            </a:extLst>
          </p:cNvPr>
          <p:cNvSpPr txBox="1">
            <a:spLocks/>
          </p:cNvSpPr>
          <p:nvPr userDrawn="1"/>
        </p:nvSpPr>
        <p:spPr>
          <a:xfrm>
            <a:off x="10250586" y="6586847"/>
            <a:ext cx="1346313" cy="182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64017" rtl="0" eaLnBrk="1" latinLnBrk="0" hangingPunct="1">
              <a:lnSpc>
                <a:spcPct val="110000"/>
              </a:lnSpc>
              <a:spcBef>
                <a:spcPts val="94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indent="0" algn="ctr" defTabSz="864017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2" cap="all" baseline="0"/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59991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Blu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6263" y="1942096"/>
            <a:ext cx="502898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42096"/>
            <a:ext cx="502898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FCBF812-9CBC-4F7F-90D8-2D884B31814C}"/>
              </a:ext>
            </a:extLst>
          </p:cNvPr>
          <p:cNvSpPr/>
          <p:nvPr userDrawn="1"/>
        </p:nvSpPr>
        <p:spPr>
          <a:xfrm>
            <a:off x="0" y="0"/>
            <a:ext cx="14515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4"/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id="{F0DAFB24-EA86-445C-84CF-9230C0440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43" y="1"/>
            <a:ext cx="1224244" cy="83540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9E68DB-70FC-42A9-95B9-0587D437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fld id="{DC072636-299A-6C46-A669-0ADFB831C0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E7DF5B1-76C4-40D8-BB29-5DD5E7662FA5}"/>
              </a:ext>
            </a:extLst>
          </p:cNvPr>
          <p:cNvSpPr txBox="1">
            <a:spLocks/>
          </p:cNvSpPr>
          <p:nvPr userDrawn="1"/>
        </p:nvSpPr>
        <p:spPr>
          <a:xfrm>
            <a:off x="10250586" y="6586847"/>
            <a:ext cx="1346313" cy="182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64017" rtl="0" eaLnBrk="1" latinLnBrk="0" hangingPunct="1">
              <a:lnSpc>
                <a:spcPct val="110000"/>
              </a:lnSpc>
              <a:spcBef>
                <a:spcPts val="94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indent="0" algn="ctr" defTabSz="864017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2" cap="all" baseline="0"/>
              <a:t>© Konica Minolta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45EFCC2-715A-43A7-9216-47B40297C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884" y="196655"/>
            <a:ext cx="7467360" cy="735822"/>
          </a:xfrm>
          <a:prstGeom prst="rect">
            <a:avLst/>
          </a:prstGeom>
        </p:spPr>
        <p:txBody>
          <a:bodyPr/>
          <a:lstStyle>
            <a:lvl1pPr>
              <a:defRPr cap="none"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sy_1_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318" y="2327629"/>
            <a:ext cx="3312000" cy="2191016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 userDrawn="1"/>
        </p:nvSpPr>
        <p:spPr>
          <a:xfrm>
            <a:off x="0" y="-1035496"/>
            <a:ext cx="3863752" cy="77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15" b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Final page</a:t>
            </a:r>
          </a:p>
          <a:p>
            <a:r>
              <a:rPr kumimoji="1" lang="en-US" altLang="ja-JP" sz="1200" b="0">
                <a:latin typeface="+mn-lt"/>
                <a:ea typeface="+mn-ea"/>
              </a:rPr>
              <a:t>This is a layout used for the final page of presentation references.</a:t>
            </a:r>
            <a:endParaRPr kumimoji="1" lang="ja-JP" altLang="en-US" sz="1200" b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051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1082675"/>
            <a:ext cx="10972800" cy="481171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09600" y="60388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4165600" y="60388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11464620" y="6470650"/>
            <a:ext cx="626635" cy="3016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9A117-964C-4F45-A499-B9EF0C25E83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6188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03A09A-7538-4225-B04D-755B683CA936}"/>
              </a:ext>
            </a:extLst>
          </p:cNvPr>
          <p:cNvSpPr/>
          <p:nvPr userDrawn="1"/>
        </p:nvSpPr>
        <p:spPr>
          <a:xfrm>
            <a:off x="0" y="0"/>
            <a:ext cx="14515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4"/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50483B11-0F59-4D98-8F89-459D4EEB982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43" y="1"/>
            <a:ext cx="1224244" cy="83540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025334-89DE-495A-9B32-7C42962BB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3812" y="6516082"/>
            <a:ext cx="444175" cy="244677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fld id="{DC072636-299A-6C46-A669-0ADFB831C0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0212241-B7FE-4BC6-9786-EB3818C722EF}"/>
              </a:ext>
            </a:extLst>
          </p:cNvPr>
          <p:cNvSpPr txBox="1">
            <a:spLocks/>
          </p:cNvSpPr>
          <p:nvPr userDrawn="1"/>
        </p:nvSpPr>
        <p:spPr>
          <a:xfrm>
            <a:off x="10250586" y="6586847"/>
            <a:ext cx="1346313" cy="1827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64017" rtl="0" eaLnBrk="1" latinLnBrk="0" hangingPunct="1">
              <a:lnSpc>
                <a:spcPct val="110000"/>
              </a:lnSpc>
              <a:spcBef>
                <a:spcPts val="94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indent="0" algn="ctr" defTabSz="864017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indent="0" algn="ctr" defTabSz="864017" rtl="0" eaLnBrk="1" latinLnBrk="0" hangingPunct="1">
              <a:lnSpc>
                <a:spcPct val="110000"/>
              </a:lnSpc>
              <a:spcBef>
                <a:spcPts val="472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indent="0" algn="ctr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None/>
              <a:defRPr sz="15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2" cap="all" baseline="0"/>
              <a:t>© Konica Minolta</a:t>
            </a:r>
          </a:p>
        </p:txBody>
      </p:sp>
      <p:sp>
        <p:nvSpPr>
          <p:cNvPr id="10" name="タイトル プレースホルダー 1">
            <a:extLst>
              <a:ext uri="{FF2B5EF4-FFF2-40B4-BE49-F238E27FC236}">
                <a16:creationId xmlns:a16="http://schemas.microsoft.com/office/drawing/2014/main" id="{56B4BAB6-669C-4AB6-9B25-AC3CA896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884" y="196655"/>
            <a:ext cx="9896892" cy="54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3269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8" r:id="rId2"/>
    <p:sldLayoutId id="2147483693" r:id="rId3"/>
    <p:sldLayoutId id="2147483694" r:id="rId4"/>
    <p:sldLayoutId id="2147483695" r:id="rId5"/>
    <p:sldLayoutId id="2147483697" r:id="rId6"/>
    <p:sldLayoutId id="2147483702" r:id="rId7"/>
  </p:sldLayoutIdLst>
  <p:hf hdr="0"/>
  <p:txStyles>
    <p:titleStyle>
      <a:lvl1pPr algn="l" defTabSz="913957" rtl="0" eaLnBrk="1" latinLnBrk="0" hangingPunct="1">
        <a:lnSpc>
          <a:spcPct val="90000"/>
        </a:lnSpc>
        <a:spcBef>
          <a:spcPct val="0"/>
        </a:spcBef>
        <a:buNone/>
        <a:defRPr kumimoji="1" sz="1800" b="1" kern="1200" cap="all" baseline="0">
          <a:solidFill>
            <a:schemeClr val="accent1"/>
          </a:solidFill>
          <a:latin typeface="Lucida Sans Unicode" panose="020B0602030504020204" pitchFamily="34" charset="0"/>
          <a:ea typeface="メイリオ" panose="020B0604030504040204" pitchFamily="50" charset="-128"/>
          <a:cs typeface="+mj-cs"/>
        </a:defRPr>
      </a:lvl1pPr>
    </p:titleStyle>
    <p:bodyStyle>
      <a:lvl1pPr marL="190404" indent="-190404" algn="l" defTabSz="913957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–"/>
        <a:defRPr kumimoji="1" sz="1481" kern="1200" baseline="0">
          <a:solidFill>
            <a:schemeClr val="tx1"/>
          </a:solidFill>
          <a:latin typeface="Lucida Sans Unicode" panose="020B0602030504020204" pitchFamily="34" charset="0"/>
          <a:ea typeface="メイリオ" panose="020B0604030504040204" pitchFamily="50" charset="-128"/>
          <a:cs typeface="+mn-cs"/>
        </a:defRPr>
      </a:lvl1pPr>
      <a:lvl2pPr marL="495050" indent="-304646" algn="l" defTabSz="913957" rtl="0" eaLnBrk="1" latinLnBrk="0" hangingPunct="1">
        <a:lnSpc>
          <a:spcPct val="110000"/>
        </a:lnSpc>
        <a:spcBef>
          <a:spcPts val="423"/>
        </a:spcBef>
        <a:buClr>
          <a:schemeClr val="accent1"/>
        </a:buClr>
        <a:buFont typeface="Arial" panose="020B0604020202020204" pitchFamily="34" charset="0"/>
        <a:buChar char="—"/>
        <a:defRPr kumimoji="1" sz="1481" kern="1200" baseline="0">
          <a:solidFill>
            <a:schemeClr val="tx1"/>
          </a:solidFill>
          <a:latin typeface="Lucida Sans Unicode" panose="020B0602030504020204" pitchFamily="34" charset="0"/>
          <a:ea typeface="メイリオ" panose="020B0604030504040204" pitchFamily="50" charset="-128"/>
          <a:cs typeface="+mn-cs"/>
        </a:defRPr>
      </a:lvl2pPr>
      <a:lvl3pPr marL="685454" indent="-190404" algn="l" defTabSz="913957" rtl="0" eaLnBrk="1" latinLnBrk="0" hangingPunct="1">
        <a:lnSpc>
          <a:spcPct val="110000"/>
        </a:lnSpc>
        <a:spcBef>
          <a:spcPts val="499"/>
        </a:spcBef>
        <a:buClr>
          <a:schemeClr val="accent1"/>
        </a:buClr>
        <a:buFont typeface="Courier New" panose="02070309020205020404" pitchFamily="49" charset="0"/>
        <a:buChar char="o"/>
        <a:defRPr kumimoji="1" sz="1481" kern="1200" baseline="0">
          <a:solidFill>
            <a:schemeClr val="tx1"/>
          </a:solidFill>
          <a:latin typeface="Lucida Sans Unicode" panose="020B0602030504020204" pitchFamily="34" charset="0"/>
          <a:ea typeface="メイリオ" panose="020B0604030504040204" pitchFamily="50" charset="-128"/>
          <a:cs typeface="+mn-cs"/>
        </a:defRPr>
      </a:lvl3pPr>
      <a:lvl4pPr marL="952020" indent="-228489" algn="l" defTabSz="913957" rtl="0" eaLnBrk="1" latinLnBrk="0" hangingPunct="1">
        <a:lnSpc>
          <a:spcPct val="110000"/>
        </a:lnSpc>
        <a:spcBef>
          <a:spcPts val="499"/>
        </a:spcBef>
        <a:buClr>
          <a:schemeClr val="accent1"/>
        </a:buClr>
        <a:buFont typeface="Wingdings" pitchFamily="2" charset="2"/>
        <a:buChar char="§"/>
        <a:defRPr kumimoji="1" sz="1481" kern="1200" baseline="0">
          <a:solidFill>
            <a:schemeClr val="tx1"/>
          </a:solidFill>
          <a:latin typeface="Lucida Sans Unicode" panose="020B0602030504020204" pitchFamily="34" charset="0"/>
          <a:ea typeface="メイリオ" panose="020B0604030504040204" pitchFamily="50" charset="-128"/>
          <a:cs typeface="+mn-cs"/>
        </a:defRPr>
      </a:lvl4pPr>
      <a:lvl5pPr marL="1142424" indent="-190404" algn="l" defTabSz="913957" rtl="0" eaLnBrk="1" latinLnBrk="0" hangingPunct="1">
        <a:lnSpc>
          <a:spcPct val="110000"/>
        </a:lnSpc>
        <a:spcBef>
          <a:spcPts val="499"/>
        </a:spcBef>
        <a:buClr>
          <a:schemeClr val="accent1"/>
        </a:buClr>
        <a:buFont typeface="Arial" panose="020B0604020202020204" pitchFamily="34" charset="0"/>
        <a:buChar char="•"/>
        <a:defRPr kumimoji="1" sz="1481" kern="1200" baseline="0">
          <a:solidFill>
            <a:schemeClr val="tx1"/>
          </a:solidFill>
          <a:latin typeface="Lucida Sans Unicode" panose="020B0602030504020204" pitchFamily="34" charset="0"/>
          <a:ea typeface="メイリオ" panose="020B0604030504040204" pitchFamily="50" charset="-128"/>
          <a:cs typeface="+mn-cs"/>
        </a:defRPr>
      </a:lvl5pPr>
      <a:lvl6pPr marL="2513381" indent="-228489" algn="l" defTabSz="9139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60" indent="-228489" algn="l" defTabSz="9139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338" indent="-228489" algn="l" defTabSz="9139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316" indent="-228489" algn="l" defTabSz="91395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8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57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35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913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91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70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49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827" algn="l" defTabSz="913957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753565-D4DF-4D05-9CB5-779CB0996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16684" cy="816945"/>
          </a:xfrm>
          <a:prstGeom prst="roundRect">
            <a:avLst/>
          </a:prstGeo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開発したいシステムの要件イメージ</a:t>
            </a:r>
            <a:endParaRPr kumimoji="1" lang="ja-JP" altLang="en-US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1" name="スライド番号プレースホルダー 3">
            <a:extLst>
              <a:ext uri="{FF2B5EF4-FFF2-40B4-BE49-F238E27FC236}">
                <a16:creationId xmlns:a16="http://schemas.microsoft.com/office/drawing/2014/main" id="{6452B845-5FF0-45E9-9CD4-8AF4D38C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</p:spPr>
        <p:txBody>
          <a:bodyPr/>
          <a:lstStyle/>
          <a:p>
            <a:fld id="{DC072636-299A-6C46-A669-0ADFB831C07C}" type="slidenum">
              <a:rPr lang="en-US" smtClean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pPr/>
              <a:t>1</a:t>
            </a:fld>
            <a:endParaRPr 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D19531-8DD3-2904-8CE0-BF15AE0788F8}"/>
              </a:ext>
            </a:extLst>
          </p:cNvPr>
          <p:cNvSpPr txBox="1">
            <a:spLocks/>
          </p:cNvSpPr>
          <p:nvPr/>
        </p:nvSpPr>
        <p:spPr>
          <a:xfrm>
            <a:off x="421342" y="1012536"/>
            <a:ext cx="11528612" cy="394494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190404" indent="-190404" algn="l" defTabSz="913957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1pPr>
            <a:lvl2pPr marL="495050" indent="-304646" algn="l" defTabSz="913957" rtl="0" eaLnBrk="1" latinLnBrk="0" hangingPunct="1">
              <a:lnSpc>
                <a:spcPct val="110000"/>
              </a:lnSpc>
              <a:spcBef>
                <a:spcPts val="423"/>
              </a:spcBef>
              <a:buClr>
                <a:schemeClr val="accent1"/>
              </a:buClr>
              <a:buFont typeface="Arial" panose="020B0604020202020204" pitchFamily="34" charset="0"/>
              <a:buChar char="—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2pPr>
            <a:lvl3pPr marL="68545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3pPr>
            <a:lvl4pPr marL="952020" indent="-228489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Wingdings" pitchFamily="2" charset="2"/>
              <a:buChar char="§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4pPr>
            <a:lvl5pPr marL="114242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5pPr>
            <a:lvl6pPr marL="2513381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60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338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316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目的は製造固定費の支出予定の情報収集とステータス管理。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使用予定者は約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100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名、入力項目は別スライド参照。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使いやすい入力画面と、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Excel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などのテンプレートから必要項目をアップロードできる機能が欲しい。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入力内容ごとの識別は「管理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No.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」などで自動生成したい。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使用者は一度入力して終わりではなく、何度も開いて項目を更新する必要がある。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使用者は自分が入力したものだけを確認したいニーズがあり、別途データベースから情報を取得して表示するような検索画面を開発する。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予算管理担当は原価センタ別、費用科目別、工程や分類別にデータを確認したいニーズがあるので、検索画面を開発する。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入力した項目を使用して、テンプレートに従って発注書を生成する機能が必要。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</a:pP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82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753565-D4DF-4D05-9CB5-779CB0996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16684" cy="816945"/>
          </a:xfrm>
          <a:prstGeom prst="roundRect">
            <a:avLst/>
          </a:prstGeo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業務フローイメージ</a:t>
            </a:r>
            <a:endParaRPr kumimoji="1" lang="ja-JP" altLang="en-US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1" name="スライド番号プレースホルダー 3">
            <a:extLst>
              <a:ext uri="{FF2B5EF4-FFF2-40B4-BE49-F238E27FC236}">
                <a16:creationId xmlns:a16="http://schemas.microsoft.com/office/drawing/2014/main" id="{6452B845-5FF0-45E9-9CD4-8AF4D38C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</p:spPr>
        <p:txBody>
          <a:bodyPr/>
          <a:lstStyle/>
          <a:p>
            <a:fld id="{DC072636-299A-6C46-A669-0ADFB831C07C}" type="slidenum">
              <a:rPr lang="en-US" smtClean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pPr/>
              <a:t>2</a:t>
            </a:fld>
            <a:endParaRPr 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38D3B09A-FF77-C364-2286-F0590EE6DE28}"/>
              </a:ext>
            </a:extLst>
          </p:cNvPr>
          <p:cNvSpPr/>
          <p:nvPr/>
        </p:nvSpPr>
        <p:spPr>
          <a:xfrm>
            <a:off x="4530991" y="3892090"/>
            <a:ext cx="841647" cy="747076"/>
          </a:xfrm>
          <a:prstGeom prst="flowChartMagneticDisk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実推管理</a:t>
            </a:r>
            <a:r>
              <a:rPr kumimoji="1" lang="en-US" altLang="ja-JP" sz="1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sys</a:t>
            </a:r>
            <a:endParaRPr kumimoji="1" lang="ja-JP" altLang="en-US" sz="1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9F37A8AF-9F33-3D6D-1168-DE7C1B8088D8}"/>
              </a:ext>
            </a:extLst>
          </p:cNvPr>
          <p:cNvSpPr/>
          <p:nvPr/>
        </p:nvSpPr>
        <p:spPr>
          <a:xfrm>
            <a:off x="1567494" y="3273119"/>
            <a:ext cx="999833" cy="56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発注内容を</a:t>
            </a:r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登録＆発注書を発行</a:t>
            </a:r>
          </a:p>
        </p:txBody>
      </p:sp>
      <p:sp>
        <p:nvSpPr>
          <p:cNvPr id="80" name="テキスト プレースホルダー 2">
            <a:extLst>
              <a:ext uri="{FF2B5EF4-FFF2-40B4-BE49-F238E27FC236}">
                <a16:creationId xmlns:a16="http://schemas.microsoft.com/office/drawing/2014/main" id="{BD02D758-D384-4CFC-616C-93889A752B09}"/>
              </a:ext>
            </a:extLst>
          </p:cNvPr>
          <p:cNvSpPr txBox="1">
            <a:spLocks/>
          </p:cNvSpPr>
          <p:nvPr/>
        </p:nvSpPr>
        <p:spPr>
          <a:xfrm>
            <a:off x="2041417" y="1154192"/>
            <a:ext cx="688689" cy="309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lvl1pPr marL="190404" indent="-190404" algn="l" defTabSz="913957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1pPr>
            <a:lvl2pPr marL="495050" indent="-304646" algn="l" defTabSz="913957" rtl="0" eaLnBrk="1" latinLnBrk="0" hangingPunct="1">
              <a:lnSpc>
                <a:spcPct val="110000"/>
              </a:lnSpc>
              <a:spcBef>
                <a:spcPts val="423"/>
              </a:spcBef>
              <a:buClr>
                <a:schemeClr val="accent1"/>
              </a:buClr>
              <a:buFont typeface="Arial" panose="020B0604020202020204" pitchFamily="34" charset="0"/>
              <a:buChar char="—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2pPr>
            <a:lvl3pPr marL="68545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3pPr>
            <a:lvl4pPr marL="952020" indent="-228489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Wingdings" pitchFamily="2" charset="2"/>
              <a:buChar char="§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4pPr>
            <a:lvl5pPr marL="114242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5pPr>
            <a:lvl6pPr marL="2513381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60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338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316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入力者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9" name="テキスト プレースホルダー 2">
            <a:extLst>
              <a:ext uri="{FF2B5EF4-FFF2-40B4-BE49-F238E27FC236}">
                <a16:creationId xmlns:a16="http://schemas.microsoft.com/office/drawing/2014/main" id="{4DA5F344-5D46-2F63-67AE-140C49C12FF8}"/>
              </a:ext>
            </a:extLst>
          </p:cNvPr>
          <p:cNvSpPr txBox="1">
            <a:spLocks/>
          </p:cNvSpPr>
          <p:nvPr/>
        </p:nvSpPr>
        <p:spPr>
          <a:xfrm>
            <a:off x="9572168" y="4142587"/>
            <a:ext cx="991063" cy="3235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lvl1pPr marL="190404" indent="-190404" algn="l" defTabSz="913957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1pPr>
            <a:lvl2pPr marL="495050" indent="-304646" algn="l" defTabSz="913957" rtl="0" eaLnBrk="1" latinLnBrk="0" hangingPunct="1">
              <a:lnSpc>
                <a:spcPct val="110000"/>
              </a:lnSpc>
              <a:spcBef>
                <a:spcPts val="423"/>
              </a:spcBef>
              <a:buClr>
                <a:schemeClr val="accent1"/>
              </a:buClr>
              <a:buFont typeface="Arial" panose="020B0604020202020204" pitchFamily="34" charset="0"/>
              <a:buChar char="—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2pPr>
            <a:lvl3pPr marL="68545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3pPr>
            <a:lvl4pPr marL="952020" indent="-228489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Wingdings" pitchFamily="2" charset="2"/>
              <a:buChar char="§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4pPr>
            <a:lvl5pPr marL="114242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5pPr>
            <a:lvl6pPr marL="2513381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60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338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316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予算管理担当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フローチャート: 磁気ディスク 2">
            <a:extLst>
              <a:ext uri="{FF2B5EF4-FFF2-40B4-BE49-F238E27FC236}">
                <a16:creationId xmlns:a16="http://schemas.microsoft.com/office/drawing/2014/main" id="{2A30AA94-C5D9-416E-9BBB-2276CEAF005D}"/>
              </a:ext>
            </a:extLst>
          </p:cNvPr>
          <p:cNvSpPr/>
          <p:nvPr/>
        </p:nvSpPr>
        <p:spPr>
          <a:xfrm>
            <a:off x="4653333" y="2240891"/>
            <a:ext cx="596963" cy="561289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endParaRPr kumimoji="1" lang="ja-JP" altLang="en-US" sz="1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4" name="フローチャート: 判断 3">
            <a:extLst>
              <a:ext uri="{FF2B5EF4-FFF2-40B4-BE49-F238E27FC236}">
                <a16:creationId xmlns:a16="http://schemas.microsoft.com/office/drawing/2014/main" id="{5AF04627-5211-3C1A-3CFC-C2D89C77140A}"/>
              </a:ext>
            </a:extLst>
          </p:cNvPr>
          <p:cNvSpPr/>
          <p:nvPr/>
        </p:nvSpPr>
        <p:spPr>
          <a:xfrm>
            <a:off x="1657814" y="2080384"/>
            <a:ext cx="1751968" cy="816944"/>
          </a:xfrm>
          <a:prstGeom prst="flowChartDecision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対象のサプライヤ？</a:t>
            </a:r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F8D55FA1-6C84-88EB-EDEE-853CA326E853}"/>
              </a:ext>
            </a:extLst>
          </p:cNvPr>
          <p:cNvCxnSpPr>
            <a:cxnSpLocks/>
            <a:stCxn id="80" idx="2"/>
            <a:endCxn id="4" idx="0"/>
          </p:cNvCxnSpPr>
          <p:nvPr/>
        </p:nvCxnSpPr>
        <p:spPr>
          <a:xfrm rot="16200000" flipH="1">
            <a:off x="2151349" y="1697934"/>
            <a:ext cx="616863" cy="1480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06BCFDD-83F3-9B3B-A8AD-4C6B8360386B}"/>
              </a:ext>
            </a:extLst>
          </p:cNvPr>
          <p:cNvSpPr/>
          <p:nvPr/>
        </p:nvSpPr>
        <p:spPr>
          <a:xfrm>
            <a:off x="3046993" y="2103740"/>
            <a:ext cx="485401" cy="278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Yes</a:t>
            </a:r>
            <a:endParaRPr kumimoji="1" lang="ja-JP" altLang="en-US" sz="9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92AACA9-D618-EF8C-B640-A3B6B22ABD74}"/>
              </a:ext>
            </a:extLst>
          </p:cNvPr>
          <p:cNvSpPr/>
          <p:nvPr/>
        </p:nvSpPr>
        <p:spPr>
          <a:xfrm>
            <a:off x="2037427" y="2881437"/>
            <a:ext cx="485401" cy="278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No</a:t>
            </a:r>
            <a:endParaRPr kumimoji="1" lang="ja-JP" altLang="en-US" sz="9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9D8FEAD6-5BDB-4D41-C160-7A7B29EED233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3409782" y="2488856"/>
            <a:ext cx="1243551" cy="326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659FC56-03E4-846D-1CC3-C95D6B851CFB}"/>
              </a:ext>
            </a:extLst>
          </p:cNvPr>
          <p:cNvSpPr/>
          <p:nvPr/>
        </p:nvSpPr>
        <p:spPr>
          <a:xfrm>
            <a:off x="3673803" y="2234375"/>
            <a:ext cx="765134" cy="278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発注申請</a:t>
            </a: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BDE2C28E-5BEE-2EA9-4D43-7D1509BF66AE}"/>
              </a:ext>
            </a:extLst>
          </p:cNvPr>
          <p:cNvCxnSpPr>
            <a:cxnSpLocks/>
            <a:stCxn id="4" idx="2"/>
            <a:endCxn id="13" idx="2"/>
          </p:cNvCxnSpPr>
          <p:nvPr/>
        </p:nvCxnSpPr>
        <p:spPr>
          <a:xfrm rot="16200000" flipH="1">
            <a:off x="2848244" y="2582881"/>
            <a:ext cx="1368300" cy="19971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E2D73A69-4EA8-37B5-0AA2-2E31F814A1C0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rot="5400000">
            <a:off x="4406860" y="3347135"/>
            <a:ext cx="108991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5BEE79FD-F320-3500-3786-82F07526EDAD}"/>
              </a:ext>
            </a:extLst>
          </p:cNvPr>
          <p:cNvSpPr/>
          <p:nvPr/>
        </p:nvSpPr>
        <p:spPr>
          <a:xfrm>
            <a:off x="3988631" y="2969357"/>
            <a:ext cx="999833" cy="56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発注内容を登録</a:t>
            </a:r>
          </a:p>
        </p:txBody>
      </p:sp>
      <p:sp>
        <p:nvSpPr>
          <p:cNvPr id="100" name="テキスト プレースホルダー 2">
            <a:extLst>
              <a:ext uri="{FF2B5EF4-FFF2-40B4-BE49-F238E27FC236}">
                <a16:creationId xmlns:a16="http://schemas.microsoft.com/office/drawing/2014/main" id="{2D3DAC34-D89F-831D-2279-3378FD207AFD}"/>
              </a:ext>
            </a:extLst>
          </p:cNvPr>
          <p:cNvSpPr txBox="1">
            <a:spLocks/>
          </p:cNvSpPr>
          <p:nvPr/>
        </p:nvSpPr>
        <p:spPr>
          <a:xfrm>
            <a:off x="4460667" y="5694619"/>
            <a:ext cx="991063" cy="3235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lvl1pPr marL="190404" indent="-190404" algn="l" defTabSz="913957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1pPr>
            <a:lvl2pPr marL="495050" indent="-304646" algn="l" defTabSz="913957" rtl="0" eaLnBrk="1" latinLnBrk="0" hangingPunct="1">
              <a:lnSpc>
                <a:spcPct val="110000"/>
              </a:lnSpc>
              <a:spcBef>
                <a:spcPts val="423"/>
              </a:spcBef>
              <a:buClr>
                <a:schemeClr val="accent1"/>
              </a:buClr>
              <a:buFont typeface="Arial" panose="020B0604020202020204" pitchFamily="34" charset="0"/>
              <a:buChar char="—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2pPr>
            <a:lvl3pPr marL="68545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3pPr>
            <a:lvl4pPr marL="952020" indent="-228489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Wingdings" pitchFamily="2" charset="2"/>
              <a:buChar char="§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4pPr>
            <a:lvl5pPr marL="1142424" indent="-190404" algn="l" defTabSz="913957" rtl="0" eaLnBrk="1" latinLnBrk="0" hangingPunct="1">
              <a:lnSpc>
                <a:spcPct val="110000"/>
              </a:lnSpc>
              <a:spcBef>
                <a:spcPts val="499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481" kern="1200" baseline="0">
                <a:solidFill>
                  <a:schemeClr val="tx1"/>
                </a:solidFill>
                <a:latin typeface="Lucida Sans Unicode" panose="020B0602030504020204" pitchFamily="34" charset="0"/>
                <a:ea typeface="メイリオ" panose="020B0604030504040204" pitchFamily="50" charset="-128"/>
                <a:cs typeface="+mn-cs"/>
              </a:defRPr>
            </a:lvl5pPr>
            <a:lvl6pPr marL="2513381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60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338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316" indent="-228489" algn="l" defTabSz="913957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kumimoji="1"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伝票入力担当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AF106D02-EA18-23A5-CC02-806435AAF62D}"/>
              </a:ext>
            </a:extLst>
          </p:cNvPr>
          <p:cNvCxnSpPr>
            <a:cxnSpLocks/>
            <a:stCxn id="100" idx="0"/>
            <a:endCxn id="13" idx="3"/>
          </p:cNvCxnSpPr>
          <p:nvPr/>
        </p:nvCxnSpPr>
        <p:spPr>
          <a:xfrm rot="16200000" flipV="1">
            <a:off x="4426281" y="5164701"/>
            <a:ext cx="1055453" cy="4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E682F765-D642-D244-F284-A62A487B31E9}"/>
              </a:ext>
            </a:extLst>
          </p:cNvPr>
          <p:cNvSpPr/>
          <p:nvPr/>
        </p:nvSpPr>
        <p:spPr>
          <a:xfrm>
            <a:off x="3912071" y="5014445"/>
            <a:ext cx="1099816" cy="56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労務費、配賦費用などを登録</a:t>
            </a:r>
          </a:p>
        </p:txBody>
      </p:sp>
      <p:cxnSp>
        <p:nvCxnSpPr>
          <p:cNvPr id="110" name="コネクタ: カギ線 109">
            <a:extLst>
              <a:ext uri="{FF2B5EF4-FFF2-40B4-BE49-F238E27FC236}">
                <a16:creationId xmlns:a16="http://schemas.microsoft.com/office/drawing/2014/main" id="{5E8D48BC-CD58-7F8A-882B-4A693913147F}"/>
              </a:ext>
            </a:extLst>
          </p:cNvPr>
          <p:cNvCxnSpPr>
            <a:cxnSpLocks/>
            <a:stCxn id="13" idx="4"/>
            <a:endCxn id="17" idx="1"/>
          </p:cNvCxnSpPr>
          <p:nvPr/>
        </p:nvCxnSpPr>
        <p:spPr>
          <a:xfrm>
            <a:off x="5372638" y="4265628"/>
            <a:ext cx="1863164" cy="260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D58469B-4399-64D8-B299-FCD44170AE5C}"/>
              </a:ext>
            </a:extLst>
          </p:cNvPr>
          <p:cNvSpPr/>
          <p:nvPr/>
        </p:nvSpPr>
        <p:spPr>
          <a:xfrm>
            <a:off x="5632862" y="3660909"/>
            <a:ext cx="1458220" cy="604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費用予測</a:t>
            </a:r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レポート</a:t>
            </a:r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を表示、</a:t>
            </a:r>
            <a:r>
              <a:rPr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BI</a:t>
            </a:r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可視化</a:t>
            </a:r>
            <a:endParaRPr kumimoji="1" lang="ja-JP" altLang="en-US" sz="9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17" name="Picture 2" descr="Microsoft Power BI」の特徴・評判・口コミ・料金を徹底解説！ - 起業LOG SaaS">
            <a:extLst>
              <a:ext uri="{FF2B5EF4-FFF2-40B4-BE49-F238E27FC236}">
                <a16:creationId xmlns:a16="http://schemas.microsoft.com/office/drawing/2014/main" id="{1DB715E8-E248-8D25-DD76-39805A267C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3" t="16279" r="12257" b="8593"/>
          <a:stretch>
            <a:fillRect/>
          </a:stretch>
        </p:blipFill>
        <p:spPr bwMode="auto">
          <a:xfrm>
            <a:off x="7235802" y="3978135"/>
            <a:ext cx="600417" cy="62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36217B06-082D-963B-F8CC-EC00D09BB7F8}"/>
              </a:ext>
            </a:extLst>
          </p:cNvPr>
          <p:cNvCxnSpPr>
            <a:cxnSpLocks/>
            <a:stCxn id="89" idx="1"/>
            <a:endCxn id="17" idx="3"/>
          </p:cNvCxnSpPr>
          <p:nvPr/>
        </p:nvCxnSpPr>
        <p:spPr>
          <a:xfrm rot="10800000">
            <a:off x="7836220" y="4291647"/>
            <a:ext cx="1735949" cy="127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E93C8AC-5410-0CE9-3DFF-A5510F0DDF10}"/>
              </a:ext>
            </a:extLst>
          </p:cNvPr>
          <p:cNvSpPr/>
          <p:nvPr/>
        </p:nvSpPr>
        <p:spPr>
          <a:xfrm>
            <a:off x="7836219" y="3666648"/>
            <a:ext cx="1821984" cy="63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vs</a:t>
            </a:r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予算、増減モニタリング</a:t>
            </a:r>
            <a:endParaRPr lang="en-US" altLang="ja-JP" sz="9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＆レポーティング準備</a:t>
            </a:r>
            <a:endParaRPr kumimoji="1" lang="ja-JP" altLang="en-US" sz="9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4F53262-4932-F496-4EA3-9FC38AB90C99}"/>
              </a:ext>
            </a:extLst>
          </p:cNvPr>
          <p:cNvSpPr/>
          <p:nvPr/>
        </p:nvSpPr>
        <p:spPr>
          <a:xfrm>
            <a:off x="7137318" y="878046"/>
            <a:ext cx="4461148" cy="742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前提</a:t>
            </a:r>
            <a:r>
              <a:rPr lang="en-US" altLang="ja-JP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予算数値は 実推管理システムにプリセット</a:t>
            </a:r>
            <a:r>
              <a:rPr lang="ja-JP" altLang="en-US" sz="9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されている。</a:t>
            </a:r>
            <a:endParaRPr lang="en-US" altLang="ja-JP" sz="9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アクセスログや編集履歴は取得できる。</a:t>
            </a:r>
          </a:p>
        </p:txBody>
      </p:sp>
    </p:spTree>
    <p:extLst>
      <p:ext uri="{BB962C8B-B14F-4D97-AF65-F5344CB8AC3E}">
        <p14:creationId xmlns:p14="http://schemas.microsoft.com/office/powerpoint/2010/main" val="299115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1B79-23C4-5BD6-8A75-2E87DD60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4BCDBA-5C72-5E82-21CC-A7A072ABB722}"/>
              </a:ext>
            </a:extLst>
          </p:cNvPr>
          <p:cNvSpPr txBox="1"/>
          <p:nvPr/>
        </p:nvSpPr>
        <p:spPr>
          <a:xfrm>
            <a:off x="576470" y="1078878"/>
            <a:ext cx="11127342" cy="3186435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Autofit/>
          </a:bodyPr>
          <a:lstStyle/>
          <a:p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064176B-272C-692A-1B35-FF5CF52F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16684" cy="816945"/>
          </a:xfrm>
          <a:prstGeom prst="roundRect">
            <a:avLst/>
          </a:prstGeo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入力画面イメージ</a:t>
            </a:r>
            <a:endParaRPr kumimoji="1" lang="ja-JP" altLang="en-US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1" name="スライド番号プレースホルダー 3">
            <a:extLst>
              <a:ext uri="{FF2B5EF4-FFF2-40B4-BE49-F238E27FC236}">
                <a16:creationId xmlns:a16="http://schemas.microsoft.com/office/drawing/2014/main" id="{78C0A4DF-B345-0B5E-D6A7-7E096AFF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</p:spPr>
        <p:txBody>
          <a:bodyPr/>
          <a:lstStyle/>
          <a:p>
            <a:fld id="{DC072636-299A-6C46-A669-0ADFB831C07C}" type="slidenum">
              <a:rPr lang="en-US" smtClean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pPr/>
              <a:t>3</a:t>
            </a:fld>
            <a:endParaRPr 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F19B54-165B-DBFE-F431-CF896427F776}"/>
              </a:ext>
            </a:extLst>
          </p:cNvPr>
          <p:cNvSpPr txBox="1"/>
          <p:nvPr/>
        </p:nvSpPr>
        <p:spPr>
          <a:xfrm>
            <a:off x="807699" y="2198928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検収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日：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/m/d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8A067B-F82C-D129-88C3-9EF6E2E4ABE3}"/>
              </a:ext>
            </a:extLst>
          </p:cNvPr>
          <p:cNvSpPr txBox="1"/>
          <p:nvPr/>
        </p:nvSpPr>
        <p:spPr>
          <a:xfrm>
            <a:off x="2750213" y="1693969"/>
            <a:ext cx="2266122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PO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番号：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PO123456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6AD4DA-EFE8-9013-BCF0-795F26409C53}"/>
              </a:ext>
            </a:extLst>
          </p:cNvPr>
          <p:cNvSpPr txBox="1"/>
          <p:nvPr/>
        </p:nvSpPr>
        <p:spPr>
          <a:xfrm>
            <a:off x="4689074" y="2214142"/>
            <a:ext cx="3310315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サプライヤ名称：神奈川電機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4B8AB7A-B030-DA02-C2DF-C18D10A07CDA}"/>
              </a:ext>
            </a:extLst>
          </p:cNvPr>
          <p:cNvSpPr txBox="1"/>
          <p:nvPr/>
        </p:nvSpPr>
        <p:spPr>
          <a:xfrm>
            <a:off x="807699" y="1693970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発行日：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/m/d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4F017E1-1F4A-9BD1-6667-559C764EF36B}"/>
              </a:ext>
            </a:extLst>
          </p:cNvPr>
          <p:cNvSpPr txBox="1"/>
          <p:nvPr/>
        </p:nvSpPr>
        <p:spPr>
          <a:xfrm>
            <a:off x="2750213" y="2214143"/>
            <a:ext cx="1785731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担当者名：生産 太郎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0B1B4F4-AA6D-48E7-F889-F65F23D0407A}"/>
              </a:ext>
            </a:extLst>
          </p:cNvPr>
          <p:cNvSpPr txBox="1"/>
          <p:nvPr/>
        </p:nvSpPr>
        <p:spPr>
          <a:xfrm>
            <a:off x="807699" y="2719102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勘定科目コード：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5430499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C072AB-FD4F-540A-1213-6FC7A7BCCA5C}"/>
              </a:ext>
            </a:extLst>
          </p:cNvPr>
          <p:cNvSpPr txBox="1"/>
          <p:nvPr/>
        </p:nvSpPr>
        <p:spPr>
          <a:xfrm>
            <a:off x="3204929" y="2719102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原価センタ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コード：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CM42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6C13A9-9EF3-3312-9CC3-4CCDF129B4FB}"/>
              </a:ext>
            </a:extLst>
          </p:cNvPr>
          <p:cNvSpPr txBox="1"/>
          <p:nvPr/>
        </p:nvSpPr>
        <p:spPr>
          <a:xfrm>
            <a:off x="5602159" y="2703888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工程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GP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工程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24CFF09-D778-A28E-1E53-3B5FDBFAACBE}"/>
              </a:ext>
            </a:extLst>
          </p:cNvPr>
          <p:cNvSpPr txBox="1"/>
          <p:nvPr/>
        </p:nvSpPr>
        <p:spPr>
          <a:xfrm>
            <a:off x="7999389" y="2719102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分類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：オーバーホール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4D8A3D-E3CA-DBD3-A3C3-6B5DCC662086}"/>
              </a:ext>
            </a:extLst>
          </p:cNvPr>
          <p:cNvSpPr txBox="1"/>
          <p:nvPr/>
        </p:nvSpPr>
        <p:spPr>
          <a:xfrm>
            <a:off x="807698" y="3239276"/>
            <a:ext cx="4663353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作業名：インバータ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OH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A9D5B3-5A5A-568E-4437-1815084CC2F5}"/>
              </a:ext>
            </a:extLst>
          </p:cNvPr>
          <p:cNvSpPr txBox="1"/>
          <p:nvPr/>
        </p:nvSpPr>
        <p:spPr>
          <a:xfrm>
            <a:off x="807698" y="3735868"/>
            <a:ext cx="1238592" cy="357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数量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0D3918F-7A59-820A-571D-6EA5E8462590}"/>
              </a:ext>
            </a:extLst>
          </p:cNvPr>
          <p:cNvSpPr txBox="1"/>
          <p:nvPr/>
        </p:nvSpPr>
        <p:spPr>
          <a:xfrm>
            <a:off x="2163219" y="3744234"/>
            <a:ext cx="1321905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単位：式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A88FBE-BEFC-2BE0-0850-4E70A193F41B}"/>
              </a:ext>
            </a:extLst>
          </p:cNvPr>
          <p:cNvSpPr txBox="1"/>
          <p:nvPr/>
        </p:nvSpPr>
        <p:spPr>
          <a:xfrm>
            <a:off x="3602053" y="3735867"/>
            <a:ext cx="1321905" cy="357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単価：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550,000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B9BC66B-BCD3-3B76-1611-44A821DE9DB4}"/>
              </a:ext>
            </a:extLst>
          </p:cNvPr>
          <p:cNvSpPr txBox="1"/>
          <p:nvPr/>
        </p:nvSpPr>
        <p:spPr>
          <a:xfrm>
            <a:off x="5074258" y="3735867"/>
            <a:ext cx="2518554" cy="357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合計金額（税抜）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1,100,000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8E1355D-9F80-97F5-4013-1861F923DE81}"/>
              </a:ext>
            </a:extLst>
          </p:cNvPr>
          <p:cNvSpPr txBox="1"/>
          <p:nvPr/>
        </p:nvSpPr>
        <p:spPr>
          <a:xfrm>
            <a:off x="5602159" y="3239276"/>
            <a:ext cx="3392070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保管場所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L3 3F</a:t>
            </a:r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クリーン倉庫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E82F710-CD2A-FE9A-0F74-47FE483A2607}"/>
              </a:ext>
            </a:extLst>
          </p:cNvPr>
          <p:cNvSpPr txBox="1"/>
          <p:nvPr/>
        </p:nvSpPr>
        <p:spPr>
          <a:xfrm>
            <a:off x="599122" y="4664766"/>
            <a:ext cx="3663885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この色はフリー入力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169DBFF-8FE6-7962-3750-CFFE31CFCFCE}"/>
              </a:ext>
            </a:extLst>
          </p:cNvPr>
          <p:cNvSpPr txBox="1"/>
          <p:nvPr/>
        </p:nvSpPr>
        <p:spPr>
          <a:xfrm>
            <a:off x="607794" y="5124769"/>
            <a:ext cx="3655214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この色はドロップダウンから選択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090606D-49CC-2822-2BFF-2758E402159E}"/>
              </a:ext>
            </a:extLst>
          </p:cNvPr>
          <p:cNvSpPr txBox="1"/>
          <p:nvPr/>
        </p:nvSpPr>
        <p:spPr>
          <a:xfrm>
            <a:off x="599123" y="5628403"/>
            <a:ext cx="3663885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この色はカレンダーから選択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348D24-68D2-C8F7-FF6C-C707E5DEDFAD}"/>
              </a:ext>
            </a:extLst>
          </p:cNvPr>
          <p:cNvSpPr txBox="1"/>
          <p:nvPr/>
        </p:nvSpPr>
        <p:spPr>
          <a:xfrm>
            <a:off x="607794" y="6046749"/>
            <a:ext cx="8943978" cy="71871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担当者名はシステムから自動表示したい。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金額一致判定は入力データの合計金額と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データの合計金額を突合して、一致なら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OK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、不一致なら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NG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を表示する。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BD3D2D7-40DC-DDAE-6861-7E12F31F7624}"/>
              </a:ext>
            </a:extLst>
          </p:cNvPr>
          <p:cNvSpPr txBox="1"/>
          <p:nvPr/>
        </p:nvSpPr>
        <p:spPr>
          <a:xfrm>
            <a:off x="10437267" y="1264034"/>
            <a:ext cx="1085265" cy="468911"/>
          </a:xfrm>
          <a:prstGeom prst="roundRect">
            <a:avLst/>
          </a:prstGeom>
          <a:solidFill>
            <a:srgbClr val="92D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注文書発行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D2C5EB1-1008-604B-4EFD-33E4AB25CE6C}"/>
              </a:ext>
            </a:extLst>
          </p:cNvPr>
          <p:cNvSpPr txBox="1"/>
          <p:nvPr/>
        </p:nvSpPr>
        <p:spPr>
          <a:xfrm>
            <a:off x="5211170" y="1693967"/>
            <a:ext cx="2266122" cy="3578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金額一致判定：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OK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E19BD19-1CBA-5C81-1306-7F23DA56780C}"/>
              </a:ext>
            </a:extLst>
          </p:cNvPr>
          <p:cNvSpPr txBox="1"/>
          <p:nvPr/>
        </p:nvSpPr>
        <p:spPr>
          <a:xfrm>
            <a:off x="4513820" y="4664766"/>
            <a:ext cx="3663885" cy="357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この色は数値のみ入力可能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18995F2-8A75-B9CC-0282-A7C7ABE28B80}"/>
              </a:ext>
            </a:extLst>
          </p:cNvPr>
          <p:cNvSpPr txBox="1"/>
          <p:nvPr/>
        </p:nvSpPr>
        <p:spPr>
          <a:xfrm>
            <a:off x="4505149" y="5124769"/>
            <a:ext cx="3663885" cy="3578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この色は編集不可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1754A90-2DF4-A769-AB17-A0F286AD7B4E}"/>
              </a:ext>
            </a:extLst>
          </p:cNvPr>
          <p:cNvSpPr txBox="1"/>
          <p:nvPr/>
        </p:nvSpPr>
        <p:spPr>
          <a:xfrm>
            <a:off x="545773" y="4306957"/>
            <a:ext cx="1542077" cy="357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＜入力欄制御＞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0CD088C-9BF2-2B9B-C4BA-B3F4EB491692}"/>
              </a:ext>
            </a:extLst>
          </p:cNvPr>
          <p:cNvSpPr txBox="1"/>
          <p:nvPr/>
        </p:nvSpPr>
        <p:spPr>
          <a:xfrm>
            <a:off x="611887" y="746191"/>
            <a:ext cx="1542077" cy="357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＜入力項目＞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1C91DD9-1CBF-C50A-1C4C-09D5817BE197}"/>
              </a:ext>
            </a:extLst>
          </p:cNvPr>
          <p:cNvSpPr txBox="1"/>
          <p:nvPr/>
        </p:nvSpPr>
        <p:spPr>
          <a:xfrm>
            <a:off x="9071720" y="1264034"/>
            <a:ext cx="1193791" cy="468911"/>
          </a:xfrm>
          <a:prstGeom prst="roundRect">
            <a:avLst/>
          </a:prstGeom>
          <a:solidFill>
            <a:srgbClr val="92D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データ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アップロード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78A77133-25B6-CCFD-E20B-D076EF734028}"/>
              </a:ext>
            </a:extLst>
          </p:cNvPr>
          <p:cNvSpPr txBox="1"/>
          <p:nvPr/>
        </p:nvSpPr>
        <p:spPr>
          <a:xfrm>
            <a:off x="807698" y="1215127"/>
            <a:ext cx="1542077" cy="3578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管理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No.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1369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202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591-7B95-191B-480E-BF6CB72A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BD8AB5-0FC5-817B-7053-EBC9559B47C6}"/>
              </a:ext>
            </a:extLst>
          </p:cNvPr>
          <p:cNvSpPr txBox="1"/>
          <p:nvPr/>
        </p:nvSpPr>
        <p:spPr>
          <a:xfrm>
            <a:off x="576470" y="1078879"/>
            <a:ext cx="11127342" cy="2678112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Autofit/>
          </a:bodyPr>
          <a:lstStyle/>
          <a:p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62CA3E-29A1-6D25-C0DC-46FF2357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16684" cy="816945"/>
          </a:xfrm>
          <a:prstGeom prst="roundRect">
            <a:avLst/>
          </a:prstGeo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参照画面イメージ</a:t>
            </a:r>
            <a:endParaRPr kumimoji="1" lang="ja-JP" altLang="en-US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1" name="スライド番号プレースホルダー 3">
            <a:extLst>
              <a:ext uri="{FF2B5EF4-FFF2-40B4-BE49-F238E27FC236}">
                <a16:creationId xmlns:a16="http://schemas.microsoft.com/office/drawing/2014/main" id="{A6E6772C-6C7B-303F-2C54-DDCFB6F9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</p:spPr>
        <p:txBody>
          <a:bodyPr/>
          <a:lstStyle/>
          <a:p>
            <a:fld id="{DC072636-299A-6C46-A669-0ADFB831C07C}" type="slidenum">
              <a:rPr lang="en-US" smtClean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pPr/>
              <a:t>4</a:t>
            </a:fld>
            <a:endParaRPr 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14384B-46EF-96D4-D73D-035342ABDABE}"/>
              </a:ext>
            </a:extLst>
          </p:cNvPr>
          <p:cNvSpPr txBox="1"/>
          <p:nvPr/>
        </p:nvSpPr>
        <p:spPr>
          <a:xfrm>
            <a:off x="798444" y="2209747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検収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日：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/m/d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5D9914-4124-4B37-1E34-792E95D282B1}"/>
              </a:ext>
            </a:extLst>
          </p:cNvPr>
          <p:cNvSpPr txBox="1"/>
          <p:nvPr/>
        </p:nvSpPr>
        <p:spPr>
          <a:xfrm>
            <a:off x="2740958" y="1704788"/>
            <a:ext cx="2266122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Ariba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PO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番号：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POxxxxxx</a:t>
            </a:r>
            <a:endParaRPr kumimoji="1"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B259EF-0EAF-E66D-ECBB-A656DFA07EDC}"/>
              </a:ext>
            </a:extLst>
          </p:cNvPr>
          <p:cNvSpPr txBox="1"/>
          <p:nvPr/>
        </p:nvSpPr>
        <p:spPr>
          <a:xfrm>
            <a:off x="5137945" y="1704787"/>
            <a:ext cx="3310315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サプライヤ名称：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xxxxx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DBE1632-5BE5-373E-C529-A499C8B826D4}"/>
              </a:ext>
            </a:extLst>
          </p:cNvPr>
          <p:cNvSpPr txBox="1"/>
          <p:nvPr/>
        </p:nvSpPr>
        <p:spPr>
          <a:xfrm>
            <a:off x="798444" y="1704789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発行日：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/m/d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F21FC0-29FA-BFF5-B9AE-A1EE6D0D8C66}"/>
              </a:ext>
            </a:extLst>
          </p:cNvPr>
          <p:cNvSpPr txBox="1"/>
          <p:nvPr/>
        </p:nvSpPr>
        <p:spPr>
          <a:xfrm>
            <a:off x="2740958" y="2224962"/>
            <a:ext cx="1785731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担当者名：</a:t>
            </a:r>
            <a:r>
              <a:rPr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xxxxx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63DC2EC-665F-E54B-92E4-C1C3EC076EC2}"/>
              </a:ext>
            </a:extLst>
          </p:cNvPr>
          <p:cNvSpPr txBox="1"/>
          <p:nvPr/>
        </p:nvSpPr>
        <p:spPr>
          <a:xfrm>
            <a:off x="798444" y="2729921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勘定科目コード：*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AB6A6B-C406-5E94-779D-D2CFBED8BAA1}"/>
              </a:ext>
            </a:extLst>
          </p:cNvPr>
          <p:cNvSpPr txBox="1"/>
          <p:nvPr/>
        </p:nvSpPr>
        <p:spPr>
          <a:xfrm>
            <a:off x="3195674" y="2729921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原価センタ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コード：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*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4AC7807-5C32-23E9-AD6D-407EA8B7B3DF}"/>
              </a:ext>
            </a:extLst>
          </p:cNvPr>
          <p:cNvSpPr txBox="1"/>
          <p:nvPr/>
        </p:nvSpPr>
        <p:spPr>
          <a:xfrm>
            <a:off x="5592904" y="2714707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工程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*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561C5E2-C010-027E-7A46-E6E8D372ED49}"/>
              </a:ext>
            </a:extLst>
          </p:cNvPr>
          <p:cNvSpPr txBox="1"/>
          <p:nvPr/>
        </p:nvSpPr>
        <p:spPr>
          <a:xfrm>
            <a:off x="7990134" y="2729921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分類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*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AB7998-8E5B-BE5B-EC7D-B35614632335}"/>
              </a:ext>
            </a:extLst>
          </p:cNvPr>
          <p:cNvSpPr txBox="1"/>
          <p:nvPr/>
        </p:nvSpPr>
        <p:spPr>
          <a:xfrm>
            <a:off x="798443" y="3250095"/>
            <a:ext cx="4663353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作業名：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*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A7FA8D3-9176-71C1-4936-0F8A1E3C50EE}"/>
              </a:ext>
            </a:extLst>
          </p:cNvPr>
          <p:cNvSpPr txBox="1"/>
          <p:nvPr/>
        </p:nvSpPr>
        <p:spPr>
          <a:xfrm>
            <a:off x="5592904" y="3250095"/>
            <a:ext cx="3392070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保管場所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*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D25501A-4A5A-B3B2-20A2-B2EB14E0C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167886"/>
              </p:ext>
            </p:extLst>
          </p:nvPr>
        </p:nvGraphicFramePr>
        <p:xfrm>
          <a:off x="510831" y="4051062"/>
          <a:ext cx="11415068" cy="2400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362">
                  <a:extLst>
                    <a:ext uri="{9D8B030D-6E8A-4147-A177-3AD203B41FA5}">
                      <a16:colId xmlns:a16="http://schemas.microsoft.com/office/drawing/2014/main" val="1514333796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3761780359"/>
                    </a:ext>
                  </a:extLst>
                </a:gridCol>
                <a:gridCol w="839037">
                  <a:extLst>
                    <a:ext uri="{9D8B030D-6E8A-4147-A177-3AD203B41FA5}">
                      <a16:colId xmlns:a16="http://schemas.microsoft.com/office/drawing/2014/main" val="1866577984"/>
                    </a:ext>
                  </a:extLst>
                </a:gridCol>
                <a:gridCol w="791687">
                  <a:extLst>
                    <a:ext uri="{9D8B030D-6E8A-4147-A177-3AD203B41FA5}">
                      <a16:colId xmlns:a16="http://schemas.microsoft.com/office/drawing/2014/main" val="1814402487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2336147431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3497401118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1000766047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868161738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3317410751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2594358757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1439198780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3565120336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1173436307"/>
                    </a:ext>
                  </a:extLst>
                </a:gridCol>
                <a:gridCol w="815362">
                  <a:extLst>
                    <a:ext uri="{9D8B030D-6E8A-4147-A177-3AD203B41FA5}">
                      <a16:colId xmlns:a16="http://schemas.microsoft.com/office/drawing/2014/main" val="1376773254"/>
                    </a:ext>
                  </a:extLst>
                </a:gridCol>
              </a:tblGrid>
              <a:tr h="506395"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発行日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検収日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サプライヤ名称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Ariba</a:t>
                      </a:r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</a:t>
                      </a:r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PO</a:t>
                      </a:r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番号</a:t>
                      </a:r>
                    </a:p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勘定科目コード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原価センタコード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工程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分類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作業名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数量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単位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単価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合計金額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保管場所（貯蔵品管理用）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728886"/>
                  </a:ext>
                </a:extLst>
              </a:tr>
              <a:tr h="506395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2026/7/18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2026/9/30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神奈川電機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POxxxxxx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5430499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CM42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</a:t>
                      </a:r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保守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キャンドルフィルター交換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3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30,000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90,000</a:t>
                      </a: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8267"/>
                  </a:ext>
                </a:extLst>
              </a:tr>
              <a:tr h="245702"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521439"/>
                  </a:ext>
                </a:extLst>
              </a:tr>
              <a:tr h="245702"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866251"/>
                  </a:ext>
                </a:extLst>
              </a:tr>
              <a:tr h="245702"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880240"/>
                  </a:ext>
                </a:extLst>
              </a:tr>
              <a:tr h="245702"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846336"/>
                  </a:ext>
                </a:extLst>
              </a:tr>
              <a:tr h="245702"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90645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0D0D9C-DF73-2FB8-0791-46340BD60EAF}"/>
              </a:ext>
            </a:extLst>
          </p:cNvPr>
          <p:cNvSpPr txBox="1"/>
          <p:nvPr/>
        </p:nvSpPr>
        <p:spPr>
          <a:xfrm>
            <a:off x="704277" y="744822"/>
            <a:ext cx="1542077" cy="357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＜検索項目＞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E81C9C4-4EE2-50C1-8660-84FDDADA76D5}"/>
              </a:ext>
            </a:extLst>
          </p:cNvPr>
          <p:cNvSpPr txBox="1"/>
          <p:nvPr/>
        </p:nvSpPr>
        <p:spPr>
          <a:xfrm>
            <a:off x="807698" y="1215127"/>
            <a:ext cx="1542077" cy="3578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管理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No.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*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94F6205-EE7C-22F4-801E-11D62F99C38C}"/>
              </a:ext>
            </a:extLst>
          </p:cNvPr>
          <p:cNvSpPr txBox="1"/>
          <p:nvPr/>
        </p:nvSpPr>
        <p:spPr>
          <a:xfrm>
            <a:off x="704276" y="3690582"/>
            <a:ext cx="1542077" cy="357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＜結果表示＞</a:t>
            </a:r>
          </a:p>
        </p:txBody>
      </p:sp>
    </p:spTree>
    <p:extLst>
      <p:ext uri="{BB962C8B-B14F-4D97-AF65-F5344CB8AC3E}">
        <p14:creationId xmlns:p14="http://schemas.microsoft.com/office/powerpoint/2010/main" val="236483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BF92-6998-6907-1089-7B7C785A0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13A193-91C0-7068-2D89-407A5D70994B}"/>
              </a:ext>
            </a:extLst>
          </p:cNvPr>
          <p:cNvSpPr txBox="1"/>
          <p:nvPr/>
        </p:nvSpPr>
        <p:spPr>
          <a:xfrm>
            <a:off x="576470" y="1078880"/>
            <a:ext cx="11127342" cy="1863104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Autofit/>
          </a:bodyPr>
          <a:lstStyle/>
          <a:p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DE9F26-6C62-6E38-18E4-76B68A04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16684" cy="816945"/>
          </a:xfrm>
          <a:prstGeom prst="roundRect">
            <a:avLst/>
          </a:prstGeo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</a:t>
            </a:r>
            <a:r>
              <a:rPr lang="en-US" altLang="ja-JP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BI</a:t>
            </a:r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画面イメージ</a:t>
            </a:r>
            <a:endParaRPr kumimoji="1" lang="ja-JP" altLang="en-US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1" name="スライド番号プレースホルダー 3">
            <a:extLst>
              <a:ext uri="{FF2B5EF4-FFF2-40B4-BE49-F238E27FC236}">
                <a16:creationId xmlns:a16="http://schemas.microsoft.com/office/drawing/2014/main" id="{339E3656-ACE5-09A9-E3FB-9E6C9FDC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</p:spPr>
        <p:txBody>
          <a:bodyPr/>
          <a:lstStyle/>
          <a:p>
            <a:fld id="{DC072636-299A-6C46-A669-0ADFB831C07C}" type="slidenum">
              <a:rPr lang="en-US" smtClean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pPr/>
              <a:t>5</a:t>
            </a:fld>
            <a:endParaRPr 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FEDDFC-7B94-D7A7-A12F-A819DCF1F9DD}"/>
              </a:ext>
            </a:extLst>
          </p:cNvPr>
          <p:cNvSpPr txBox="1"/>
          <p:nvPr/>
        </p:nvSpPr>
        <p:spPr>
          <a:xfrm>
            <a:off x="798444" y="1808921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検収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日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From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3F9C9D-84B3-4C77-83A7-39FE45787473}"/>
              </a:ext>
            </a:extLst>
          </p:cNvPr>
          <p:cNvSpPr txBox="1"/>
          <p:nvPr/>
        </p:nvSpPr>
        <p:spPr>
          <a:xfrm>
            <a:off x="4787834" y="1303962"/>
            <a:ext cx="3310315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サプライヤ名称：神奈川電機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8447C0-EEFC-5AA0-C748-80FB04BC0A4D}"/>
              </a:ext>
            </a:extLst>
          </p:cNvPr>
          <p:cNvSpPr txBox="1"/>
          <p:nvPr/>
        </p:nvSpPr>
        <p:spPr>
          <a:xfrm>
            <a:off x="798444" y="1303963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発行日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From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261717-4EE8-35EC-29D6-3F4D1E641127}"/>
              </a:ext>
            </a:extLst>
          </p:cNvPr>
          <p:cNvSpPr txBox="1"/>
          <p:nvPr/>
        </p:nvSpPr>
        <p:spPr>
          <a:xfrm>
            <a:off x="4787834" y="1801315"/>
            <a:ext cx="1785731" cy="357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担当者名：生産 太郎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31E0B51-36CB-F891-E565-CD9823214009}"/>
              </a:ext>
            </a:extLst>
          </p:cNvPr>
          <p:cNvSpPr txBox="1"/>
          <p:nvPr/>
        </p:nvSpPr>
        <p:spPr>
          <a:xfrm>
            <a:off x="818565" y="2312478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勘定科目コード：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5430499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8B18D3-169F-6A89-8C74-271AFE0E7F74}"/>
              </a:ext>
            </a:extLst>
          </p:cNvPr>
          <p:cNvSpPr txBox="1"/>
          <p:nvPr/>
        </p:nvSpPr>
        <p:spPr>
          <a:xfrm>
            <a:off x="3195674" y="2329095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原価センタ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コード：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CM42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ABF2C90-EF2A-E970-3CD6-4CCE91570212}"/>
              </a:ext>
            </a:extLst>
          </p:cNvPr>
          <p:cNvSpPr txBox="1"/>
          <p:nvPr/>
        </p:nvSpPr>
        <p:spPr>
          <a:xfrm>
            <a:off x="5592904" y="2313881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工程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GP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工程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2BB8A7-743E-E51F-57B1-C8A30A516AD1}"/>
              </a:ext>
            </a:extLst>
          </p:cNvPr>
          <p:cNvSpPr txBox="1"/>
          <p:nvPr/>
        </p:nvSpPr>
        <p:spPr>
          <a:xfrm>
            <a:off x="7990134" y="2329095"/>
            <a:ext cx="2266122" cy="3578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分類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：オーバーホール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C67D501-D674-427D-4DAF-507FB661C62D}"/>
              </a:ext>
            </a:extLst>
          </p:cNvPr>
          <p:cNvSpPr txBox="1"/>
          <p:nvPr/>
        </p:nvSpPr>
        <p:spPr>
          <a:xfrm>
            <a:off x="704277" y="744822"/>
            <a:ext cx="1542077" cy="357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＜検索項目＞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773D11-1441-FEC0-6C6F-5F0D557011AC}"/>
              </a:ext>
            </a:extLst>
          </p:cNvPr>
          <p:cNvSpPr txBox="1"/>
          <p:nvPr/>
        </p:nvSpPr>
        <p:spPr>
          <a:xfrm>
            <a:off x="2706757" y="1303962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発行日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To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19AD0C1-184B-EAEB-9BC7-5C0ABCFEDB74}"/>
              </a:ext>
            </a:extLst>
          </p:cNvPr>
          <p:cNvSpPr txBox="1"/>
          <p:nvPr/>
        </p:nvSpPr>
        <p:spPr>
          <a:xfrm>
            <a:off x="2706757" y="1808921"/>
            <a:ext cx="1785731" cy="357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検収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日 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To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：</a:t>
            </a:r>
            <a:r>
              <a:rPr kumimoji="1" lang="en-US" altLang="ja-JP" sz="105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yyyy</a:t>
            </a:r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/m</a:t>
            </a:r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7C54C7-1AC3-B8D0-3A8E-B5CE93BF93D5}"/>
              </a:ext>
            </a:extLst>
          </p:cNvPr>
          <p:cNvSpPr txBox="1"/>
          <p:nvPr/>
        </p:nvSpPr>
        <p:spPr>
          <a:xfrm>
            <a:off x="3599623" y="3244031"/>
            <a:ext cx="2782956" cy="18631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棒グラフ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軸：年月</a:t>
            </a:r>
            <a:endParaRPr kumimoji="1"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</a:t>
            </a:r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軸：合計金額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凡例：勘定科目コード、原価センタコード、工程、分類から選択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D835D3D-52FE-C938-E056-CAFC7B0928CB}"/>
              </a:ext>
            </a:extLst>
          </p:cNvPr>
          <p:cNvSpPr txBox="1"/>
          <p:nvPr/>
        </p:nvSpPr>
        <p:spPr>
          <a:xfrm>
            <a:off x="576471" y="3244031"/>
            <a:ext cx="2782956" cy="18631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折れ線グラフ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</a:t>
            </a: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軸：年月</a:t>
            </a:r>
            <a:endParaRPr kumimoji="1"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y</a:t>
            </a:r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軸：合計金額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凡例：予算、最新</a:t>
            </a:r>
            <a:endParaRPr lang="en-US" altLang="ja-JP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ja-JP" altLang="en-US" sz="105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CC492C-233C-1F2E-C614-9AC6C632D7D2}"/>
              </a:ext>
            </a:extLst>
          </p:cNvPr>
          <p:cNvSpPr txBox="1"/>
          <p:nvPr/>
        </p:nvSpPr>
        <p:spPr>
          <a:xfrm>
            <a:off x="704277" y="2914103"/>
            <a:ext cx="1542077" cy="357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＜結果表示＞</a:t>
            </a:r>
          </a:p>
        </p:txBody>
      </p:sp>
    </p:spTree>
    <p:extLst>
      <p:ext uri="{BB962C8B-B14F-4D97-AF65-F5344CB8AC3E}">
        <p14:creationId xmlns:p14="http://schemas.microsoft.com/office/powerpoint/2010/main" val="189319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0909-8993-0748-0654-6514AB32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78EAB5-A091-ACB3-454C-AD72F429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16684" cy="816945"/>
          </a:xfrm>
          <a:prstGeom prst="roundRect">
            <a:avLst/>
          </a:prstGeo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トランザクションテーブル設計</a:t>
            </a:r>
            <a:endParaRPr kumimoji="1" lang="ja-JP" altLang="en-US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1" name="スライド番号プレースホルダー 3">
            <a:extLst>
              <a:ext uri="{FF2B5EF4-FFF2-40B4-BE49-F238E27FC236}">
                <a16:creationId xmlns:a16="http://schemas.microsoft.com/office/drawing/2014/main" id="{60339642-B0C9-C3ED-236A-0D97E17A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3812" y="6516082"/>
            <a:ext cx="444175" cy="244677"/>
          </a:xfrm>
        </p:spPr>
        <p:txBody>
          <a:bodyPr/>
          <a:lstStyle/>
          <a:p>
            <a:fld id="{DC072636-299A-6C46-A669-0ADFB831C07C}" type="slidenum">
              <a:rPr lang="en-US" smtClean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pPr/>
              <a:t>6</a:t>
            </a:fld>
            <a:endParaRPr 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0B3C17D2-4966-74BC-9CA9-535A5E7BA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76488"/>
              </p:ext>
            </p:extLst>
          </p:nvPr>
        </p:nvGraphicFramePr>
        <p:xfrm>
          <a:off x="490071" y="932329"/>
          <a:ext cx="11415058" cy="56284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33859">
                  <a:extLst>
                    <a:ext uri="{9D8B030D-6E8A-4147-A177-3AD203B41FA5}">
                      <a16:colId xmlns:a16="http://schemas.microsoft.com/office/drawing/2014/main" val="1514333796"/>
                    </a:ext>
                  </a:extLst>
                </a:gridCol>
                <a:gridCol w="1401223">
                  <a:extLst>
                    <a:ext uri="{9D8B030D-6E8A-4147-A177-3AD203B41FA5}">
                      <a16:colId xmlns:a16="http://schemas.microsoft.com/office/drawing/2014/main" val="3761780359"/>
                    </a:ext>
                  </a:extLst>
                </a:gridCol>
                <a:gridCol w="2788023">
                  <a:extLst>
                    <a:ext uri="{9D8B030D-6E8A-4147-A177-3AD203B41FA5}">
                      <a16:colId xmlns:a16="http://schemas.microsoft.com/office/drawing/2014/main" val="1866577984"/>
                    </a:ext>
                  </a:extLst>
                </a:gridCol>
                <a:gridCol w="5091953">
                  <a:extLst>
                    <a:ext uri="{9D8B030D-6E8A-4147-A177-3AD203B41FA5}">
                      <a16:colId xmlns:a16="http://schemas.microsoft.com/office/drawing/2014/main" val="1814402487"/>
                    </a:ext>
                  </a:extLst>
                </a:gridCol>
              </a:tblGrid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列名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制限等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28886"/>
                  </a:ext>
                </a:extLst>
              </a:tr>
              <a:tr h="434837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管理 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No.</a:t>
                      </a:r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シーケンスで自動生成。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No.1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からスタート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866233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Ariba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PO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アルファベット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2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文字＋数字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6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Ariba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PO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番号。アルファベット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2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文字は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PO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、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PR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などが存在する。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8267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Ariba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金額一致判定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OK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または 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NG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を自動表示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Ariba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の発注申請データと金額等が一致するかどうか判定する。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521439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サプライヤ名称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フリー入力、最大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50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発注書の宛名部分で使用する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866251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発行日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yyyy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/m/d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880240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検収日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yyyy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/m/d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846336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担当者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日本語で姓名表示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アカウント情報から自動取得したい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90645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勘定科目コード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数字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7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S/4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で使用している費用科目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195860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原価センタコード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半角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4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S/4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で使用している費用を負担する部署コード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021017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ドロップダウンで選択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管理用情報。別途マスタ整備が必要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454633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ドロップダウンで選択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管理用情報。別途マスタ整備が必要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9515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作業名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/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商品名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フリー入力、最大</a:t>
                      </a:r>
                      <a:r>
                        <a:rPr kumimoji="1" lang="en-US" altLang="ja-JP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50</a:t>
                      </a: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811143"/>
                  </a:ext>
                </a:extLst>
              </a:tr>
              <a:tr h="28874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フリー入力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938273"/>
                  </a:ext>
                </a:extLst>
              </a:tr>
              <a:tr h="337292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単価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フリー入力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328921"/>
                  </a:ext>
                </a:extLst>
              </a:tr>
              <a:tr h="337292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ドロップダウンで選択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商品別に決まっている単位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828468"/>
                  </a:ext>
                </a:extLst>
              </a:tr>
              <a:tr h="285872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合計金額（税抜）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数量*単価から自動計算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632773"/>
                  </a:ext>
                </a:extLst>
              </a:tr>
              <a:tr h="434837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保管場所（貯蔵品管理用）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フリー入力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この列に場所情報の記入がある場合は未使用状態と判断して、貯蔵品勘定の管理を行っている。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606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872045"/>
      </p:ext>
    </p:extLst>
  </p:cSld>
  <p:clrMapOvr>
    <a:masterClrMapping/>
  </p:clrMapOvr>
</p:sld>
</file>

<file path=ppt/theme/theme1.xml><?xml version="1.0" encoding="utf-8"?>
<a:theme xmlns:a="http://schemas.openxmlformats.org/drawingml/2006/main" name="BT-Brand-Theme_ver1">
  <a:themeElements>
    <a:clrScheme name="KM_BT-framework-colour-palette">
      <a:dk1>
        <a:srgbClr val="000000"/>
      </a:dk1>
      <a:lt1>
        <a:sysClr val="window" lastClr="FFFFFF"/>
      </a:lt1>
      <a:dk2>
        <a:srgbClr val="BEE2DD"/>
      </a:dk2>
      <a:lt2>
        <a:srgbClr val="C1E5F4"/>
      </a:lt2>
      <a:accent1>
        <a:srgbClr val="0066CC"/>
      </a:accent1>
      <a:accent2>
        <a:srgbClr val="E5E3DF"/>
      </a:accent2>
      <a:accent3>
        <a:srgbClr val="009EB7"/>
      </a:accent3>
      <a:accent4>
        <a:srgbClr val="CEA100"/>
      </a:accent4>
      <a:accent5>
        <a:srgbClr val="C0167B"/>
      </a:accent5>
      <a:accent6>
        <a:srgbClr val="826FB0"/>
      </a:accent6>
      <a:hlink>
        <a:srgbClr val="0066CC"/>
      </a:hlink>
      <a:folHlink>
        <a:srgbClr val="800080"/>
      </a:folHlink>
    </a:clrScheme>
    <a:fontScheme name="ユーザー定義 6">
      <a:majorFont>
        <a:latin typeface="Lucida Sans Unicode"/>
        <a:ea typeface="ＭＳ Ｐゴシック"/>
        <a:cs typeface=""/>
      </a:majorFont>
      <a:minorFont>
        <a:latin typeface="Lucida Sans Unicode"/>
        <a:ea typeface="ＭＳ Ｐゴシック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t"/>
      <a:lstStyle>
        <a:defPPr algn="l">
          <a:defRPr kumimoji="1" sz="1200" dirty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theme-amends-bt-framework_cd3" id="{58BE966E-7C91-6045-B50A-0BE0CCA19846}" vid="{27C979CC-1322-F440-BABA-E3B766B32E7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9891E804B79984096EF2CF459C0C8F2" ma:contentTypeVersion="5" ma:contentTypeDescription="新しいドキュメントを作成します。" ma:contentTypeScope="" ma:versionID="ba867fb0d87c3f9d296ef3a1fa5c4a90">
  <xsd:schema xmlns:xsd="http://www.w3.org/2001/XMLSchema" xmlns:xs="http://www.w3.org/2001/XMLSchema" xmlns:p="http://schemas.microsoft.com/office/2006/metadata/properties" xmlns:ns2="300de355-6cb4-4e3c-ba08-9ac074e69595" targetNamespace="http://schemas.microsoft.com/office/2006/metadata/properties" ma:root="true" ma:fieldsID="6db5523c747009a8c0901ae54230dc23" ns2:_="">
    <xsd:import namespace="300de355-6cb4-4e3c-ba08-9ac074e695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de355-6cb4-4e3c-ba08-9ac074e695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05D0C9-DB9C-4786-A198-55E47DDEF3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D1C45A-9973-4936-B010-6F777589B4D2}">
  <ds:schemaRefs>
    <ds:schemaRef ds:uri="300de355-6cb4-4e3c-ba08-9ac074e695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41BFF2-A862-45DC-A339-5E47F08614F6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300de355-6cb4-4e3c-ba08-9ac074e69595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</TotalTime>
  <Words>905</Words>
  <Application>Microsoft Office PowerPoint</Application>
  <PresentationFormat>ワイド画面</PresentationFormat>
  <Paragraphs>194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BIZ UDゴシック</vt:lpstr>
      <vt:lpstr>Meiryo UI</vt:lpstr>
      <vt:lpstr>游ゴシック</vt:lpstr>
      <vt:lpstr>Arial</vt:lpstr>
      <vt:lpstr>Courier New</vt:lpstr>
      <vt:lpstr>Lucida Sans Unicode</vt:lpstr>
      <vt:lpstr>Wingdings</vt:lpstr>
      <vt:lpstr>BT-Brand-Theme_ver1</vt:lpstr>
      <vt:lpstr>　開発したいシステムの要件イメージ</vt:lpstr>
      <vt:lpstr>　業務フローイメージ</vt:lpstr>
      <vt:lpstr>　入力画面イメージ</vt:lpstr>
      <vt:lpstr>　参照画面イメージ</vt:lpstr>
      <vt:lpstr>　BI画面イメージ</vt:lpstr>
      <vt:lpstr>　トランザクションテーブル設計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SAYAKA SEKIGUCHI</dc:creator>
  <cp:lastModifiedBy>MAKOTO NAKAHARA</cp:lastModifiedBy>
  <cp:revision>9</cp:revision>
  <cp:lastPrinted>2023-12-07T04:17:37Z</cp:lastPrinted>
  <dcterms:created xsi:type="dcterms:W3CDTF">2019-04-04T14:57:07Z</dcterms:created>
  <dcterms:modified xsi:type="dcterms:W3CDTF">2026-06-23T08:53:44Z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0x01010089891E804B79984096EF2CF459C0C8F2</vt:lpwstr>
  </property>
  <property fmtid="{D5CDD505-2E9C-101B-9397-08002B2CF9AE}" pid="3" name="MediaServiceImageTags">
    <vt:lpwstr/>
  </property>
  <property fmtid="{D5CDD505-2E9C-101B-9397-08002B2CF9AE}" pid="4" name="Order">
    <vt:r8>36699100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</Properties>
</file>